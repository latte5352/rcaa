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24"/>
  </p:notesMasterIdLst>
  <p:sldIdLst>
    <p:sldId id="256" r:id="rId5"/>
    <p:sldId id="341" r:id="rId6"/>
    <p:sldId id="368" r:id="rId7"/>
    <p:sldId id="373" r:id="rId8"/>
    <p:sldId id="374" r:id="rId9"/>
    <p:sldId id="378" r:id="rId10"/>
    <p:sldId id="379" r:id="rId11"/>
    <p:sldId id="375" r:id="rId12"/>
    <p:sldId id="376" r:id="rId13"/>
    <p:sldId id="377" r:id="rId14"/>
    <p:sldId id="372" r:id="rId15"/>
    <p:sldId id="369" r:id="rId16"/>
    <p:sldId id="371" r:id="rId17"/>
    <p:sldId id="353" r:id="rId18"/>
    <p:sldId id="385" r:id="rId19"/>
    <p:sldId id="384" r:id="rId20"/>
    <p:sldId id="387" r:id="rId21"/>
    <p:sldId id="386" r:id="rId22"/>
    <p:sldId id="38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527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212" userDrawn="1">
          <p15:clr>
            <a:srgbClr val="A4A3A4"/>
          </p15:clr>
        </p15:guide>
        <p15:guide id="6" pos="74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562505-0ED2-971E-8B64-EE839E75D52F}" name="Myeong Noah(명노아)[Electronics System Eng' Team]" initials="M명" userId="S::noah.myeong@slworld.com::e7b271c9-48be-4d1f-b039-aca5ad3045c0" providerId="AD"/>
  <p188:author id="{52503FE1-4BA2-E9AA-186D-04D1B25195F4}" name="Dogyun Kim(김도균)[Electronics System Eng' Team]" initials="D김" userId="S::kim.dogyun@slworld.com::96d93b23-b7d6-43d1-a3e7-1b3e770c2f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92D050"/>
    <a:srgbClr val="1A2938"/>
    <a:srgbClr val="1E82F5"/>
    <a:srgbClr val="4E4E53"/>
    <a:srgbClr val="D2D3D8"/>
    <a:srgbClr val="1562EC"/>
    <a:srgbClr val="53545A"/>
    <a:srgbClr val="155FE8"/>
    <a:srgbClr val="DEE3E7"/>
    <a:srgbClr val="23A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43A6-2225-4C54-931F-B4F0DE19C42A}" v="743" dt="2026-06-22T06:05:13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5" autoAdjust="0"/>
    <p:restoredTop sz="94855" autoAdjust="0"/>
  </p:normalViewPr>
  <p:slideViewPr>
    <p:cSldViewPr snapToGrid="0">
      <p:cViewPr varScale="1">
        <p:scale>
          <a:sx n="161" d="100"/>
          <a:sy n="161" d="100"/>
        </p:scale>
        <p:origin x="2520" y="110"/>
      </p:cViewPr>
      <p:guideLst>
        <p:guide orient="horz" pos="2160"/>
        <p:guide orient="horz" pos="527"/>
        <p:guide orient="horz" pos="3974"/>
        <p:guide pos="3840"/>
        <p:guide pos="212"/>
        <p:guide pos="746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Myeong(명노아)[Electronics System Eng. Team]" userId="e7b271c9-48be-4d1f-b039-aca5ad3045c0" providerId="ADAL" clId="{654191C1-F59F-414E-9013-FDAB6047BA66}"/>
    <pc:docChg chg="undo custSel addSld delSld modSld sldOrd">
      <pc:chgData name="Noah Myeong(명노아)[Electronics System Eng. Team]" userId="e7b271c9-48be-4d1f-b039-aca5ad3045c0" providerId="ADAL" clId="{654191C1-F59F-414E-9013-FDAB6047BA66}" dt="2026-06-22T06:22:29.899" v="7231" actId="21"/>
      <pc:docMkLst>
        <pc:docMk/>
      </pc:docMkLst>
      <pc:sldChg chg="modSp mod">
        <pc:chgData name="Noah Myeong(명노아)[Electronics System Eng. Team]" userId="e7b271c9-48be-4d1f-b039-aca5ad3045c0" providerId="ADAL" clId="{654191C1-F59F-414E-9013-FDAB6047BA66}" dt="2026-06-22T06:05:40.715" v="7221" actId="20577"/>
        <pc:sldMkLst>
          <pc:docMk/>
          <pc:sldMk cId="0" sldId="256"/>
        </pc:sldMkLst>
        <pc:spChg chg="mod">
          <ac:chgData name="Noah Myeong(명노아)[Electronics System Eng. Team]" userId="e7b271c9-48be-4d1f-b039-aca5ad3045c0" providerId="ADAL" clId="{654191C1-F59F-414E-9013-FDAB6047BA66}" dt="2026-06-22T06:05:40.715" v="7221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del setBg">
        <pc:chgData name="Noah Myeong(명노아)[Electronics System Eng. Team]" userId="e7b271c9-48be-4d1f-b039-aca5ad3045c0" providerId="ADAL" clId="{654191C1-F59F-414E-9013-FDAB6047BA66}" dt="2026-06-22T05:55:35.010" v="7039" actId="47"/>
        <pc:sldMkLst>
          <pc:docMk/>
          <pc:sldMk cId="0" sldId="259"/>
        </pc:sldMkLst>
      </pc:sldChg>
      <pc:sldChg chg="add del setBg">
        <pc:chgData name="Noah Myeong(명노아)[Electronics System Eng. Team]" userId="e7b271c9-48be-4d1f-b039-aca5ad3045c0" providerId="ADAL" clId="{654191C1-F59F-414E-9013-FDAB6047BA66}" dt="2026-06-22T05:55:35.010" v="7039" actId="47"/>
        <pc:sldMkLst>
          <pc:docMk/>
          <pc:sldMk cId="0" sldId="260"/>
        </pc:sldMkLst>
      </pc:sldChg>
      <pc:sldChg chg="addSp delSp modSp add mod">
        <pc:chgData name="Noah Myeong(명노아)[Electronics System Eng. Team]" userId="e7b271c9-48be-4d1f-b039-aca5ad3045c0" providerId="ADAL" clId="{654191C1-F59F-414E-9013-FDAB6047BA66}" dt="2026-06-17T05:01:01.581" v="1649" actId="478"/>
        <pc:sldMkLst>
          <pc:docMk/>
          <pc:sldMk cId="1841781659" sldId="353"/>
        </pc:sldMkLst>
        <pc:spChg chg="mod">
          <ac:chgData name="Noah Myeong(명노아)[Electronics System Eng. Team]" userId="e7b271c9-48be-4d1f-b039-aca5ad3045c0" providerId="ADAL" clId="{654191C1-F59F-414E-9013-FDAB6047BA66}" dt="2026-06-17T01:49:15.715" v="30" actId="207"/>
          <ac:spMkLst>
            <pc:docMk/>
            <pc:sldMk cId="1841781659" sldId="353"/>
            <ac:spMk id="3" creationId="{2A2A1D60-1DE5-9833-408D-3310594859BB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1:49:13.149" v="29" actId="207"/>
          <ac:spMkLst>
            <pc:docMk/>
            <pc:sldMk cId="1841781659" sldId="353"/>
            <ac:spMk id="4" creationId="{DB75CCC9-1075-559F-A9CC-BF44ECF7865E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17T04:34:06.161" v="1501" actId="1076"/>
          <ac:spMkLst>
            <pc:docMk/>
            <pc:sldMk cId="1841781659" sldId="353"/>
            <ac:spMk id="5" creationId="{C4887034-DED7-F545-EB34-ABFD68521AE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1:50.928" v="165" actId="2711"/>
          <ac:spMkLst>
            <pc:docMk/>
            <pc:sldMk cId="1841781659" sldId="353"/>
            <ac:spMk id="48" creationId="{940C79A1-367A-9791-066E-FD334CF9A54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1:51:17.643" v="69" actId="164"/>
          <ac:spMkLst>
            <pc:docMk/>
            <pc:sldMk cId="1841781659" sldId="353"/>
            <ac:spMk id="49" creationId="{3E992C7A-2CE1-FC27-9B0A-72244AB48C2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1:51:17.643" v="69" actId="164"/>
          <ac:spMkLst>
            <pc:docMk/>
            <pc:sldMk cId="1841781659" sldId="353"/>
            <ac:spMk id="50" creationId="{7D268627-B02E-9DA7-1120-B2F5F9C34EF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1:52:06.847" v="78" actId="20577"/>
          <ac:spMkLst>
            <pc:docMk/>
            <pc:sldMk cId="1841781659" sldId="353"/>
            <ac:spMk id="55" creationId="{7DAB040D-7DCF-0535-9BFD-CE76C35C3A2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0:08.437" v="138" actId="1076"/>
          <ac:spMkLst>
            <pc:docMk/>
            <pc:sldMk cId="1841781659" sldId="353"/>
            <ac:spMk id="58" creationId="{9B45FF34-49D0-3585-3655-F0F4F89B4D3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0:04.149" v="137" actId="1076"/>
          <ac:spMkLst>
            <pc:docMk/>
            <pc:sldMk cId="1841781659" sldId="353"/>
            <ac:spMk id="59" creationId="{63773BA8-4C94-6180-D1F6-98D7DAE068C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1:59:57.202" v="135" actId="2085"/>
          <ac:spMkLst>
            <pc:docMk/>
            <pc:sldMk cId="1841781659" sldId="353"/>
            <ac:spMk id="60" creationId="{B33D0B2A-CAD8-C87F-A6A0-E5868BAB5FDF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1:47:49.181" v="3" actId="1076"/>
          <ac:spMkLst>
            <pc:docMk/>
            <pc:sldMk cId="1841781659" sldId="353"/>
            <ac:spMk id="65" creationId="{ECD740F7-5985-CF55-D09A-626F5C5F2232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1:47:46.669" v="2" actId="1076"/>
          <ac:spMkLst>
            <pc:docMk/>
            <pc:sldMk cId="1841781659" sldId="353"/>
            <ac:spMk id="70" creationId="{CF7BC493-8ADE-BDCB-C7A6-4E3EE0B4B27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0:01.082" v="136" actId="571"/>
          <ac:spMkLst>
            <pc:docMk/>
            <pc:sldMk cId="1841781659" sldId="353"/>
            <ac:spMk id="91" creationId="{6DB12B2B-E304-662B-93DB-831627495A0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2:53.831" v="174" actId="208"/>
          <ac:spMkLst>
            <pc:docMk/>
            <pc:sldMk cId="1841781659" sldId="353"/>
            <ac:spMk id="94" creationId="{44949178-F8A7-4A0A-B246-2A1FC214049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4:01.958" v="208" actId="1076"/>
          <ac:spMkLst>
            <pc:docMk/>
            <pc:sldMk cId="1841781659" sldId="353"/>
            <ac:spMk id="95" creationId="{D9B3B05F-599A-56FD-3039-FEDD8BCE195A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2:04:07.960" v="209"/>
          <ac:spMkLst>
            <pc:docMk/>
            <pc:sldMk cId="1841781659" sldId="353"/>
            <ac:spMk id="97" creationId="{ABB47BE5-E783-BC88-AA25-B2BA70757196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2:04:07.960" v="209"/>
          <ac:spMkLst>
            <pc:docMk/>
            <pc:sldMk cId="1841781659" sldId="353"/>
            <ac:spMk id="98" creationId="{3275D92B-3810-322A-7FCA-F43F583D4AE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4:26.380" v="219" actId="1076"/>
          <ac:spMkLst>
            <pc:docMk/>
            <pc:sldMk cId="1841781659" sldId="353"/>
            <ac:spMk id="99" creationId="{66F24D9D-F791-ED90-B1F0-A0D6EBD1D8C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5:06.610" v="252" actId="14100"/>
          <ac:spMkLst>
            <pc:docMk/>
            <pc:sldMk cId="1841781659" sldId="353"/>
            <ac:spMk id="101" creationId="{0CB93435-EE34-547F-7D2D-D23A91A69FD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6:31.933" v="1077"/>
          <ac:spMkLst>
            <pc:docMk/>
            <pc:sldMk cId="1841781659" sldId="353"/>
            <ac:spMk id="103" creationId="{C85FB875-ABA3-484D-1F9E-5CC93E8F58E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5:39.873" v="274" actId="1076"/>
          <ac:spMkLst>
            <pc:docMk/>
            <pc:sldMk cId="1841781659" sldId="353"/>
            <ac:spMk id="104" creationId="{AD77883B-EA46-7914-43BB-1D9482F30FA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1:11.109" v="813" actId="14100"/>
          <ac:spMkLst>
            <pc:docMk/>
            <pc:sldMk cId="1841781659" sldId="353"/>
            <ac:spMk id="105" creationId="{F62F3213-74BE-B08E-19EA-EEBACEC288E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06:27.547" v="306" actId="1076"/>
          <ac:spMkLst>
            <pc:docMk/>
            <pc:sldMk cId="1841781659" sldId="353"/>
            <ac:spMk id="106" creationId="{F3384129-5D08-CE16-E855-B06A542C137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2:19:28.359" v="357" actId="20577"/>
          <ac:spMkLst>
            <pc:docMk/>
            <pc:sldMk cId="1841781659" sldId="353"/>
            <ac:spMk id="110" creationId="{C188F5D1-F857-945E-123F-821D59E763EF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2:16:01.817" v="322"/>
          <ac:spMkLst>
            <pc:docMk/>
            <pc:sldMk cId="1841781659" sldId="353"/>
            <ac:spMk id="112" creationId="{7E23636B-788C-639F-980F-6881D004E2BA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17T02:16:01.817" v="322"/>
          <ac:spMkLst>
            <pc:docMk/>
            <pc:sldMk cId="1841781659" sldId="353"/>
            <ac:spMk id="113" creationId="{DC89C2DA-A825-79BE-5CD9-C9B16579DD9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00:55.647" v="796" actId="1076"/>
          <ac:spMkLst>
            <pc:docMk/>
            <pc:sldMk cId="1841781659" sldId="353"/>
            <ac:spMk id="116" creationId="{438F1319-4F34-47D8-6516-E95F3F1B524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2:33.237" v="1357" actId="14861"/>
          <ac:spMkLst>
            <pc:docMk/>
            <pc:sldMk cId="1841781659" sldId="353"/>
            <ac:spMk id="121" creationId="{49082984-5CE8-5B69-1741-28C43F6D579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5:16.922" v="1519" actId="207"/>
          <ac:spMkLst>
            <pc:docMk/>
            <pc:sldMk cId="1841781659" sldId="353"/>
            <ac:spMk id="122" creationId="{C57AD3D5-31B7-7B4D-CD7F-78518F22033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5:16.922" v="1519" actId="207"/>
          <ac:spMkLst>
            <pc:docMk/>
            <pc:sldMk cId="1841781659" sldId="353"/>
            <ac:spMk id="123" creationId="{C1543DC7-D44E-6AEE-65EA-39E4C121BBA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5:16.922" v="1519" actId="207"/>
          <ac:spMkLst>
            <pc:docMk/>
            <pc:sldMk cId="1841781659" sldId="353"/>
            <ac:spMk id="124" creationId="{BBC09C7F-D810-9936-50EB-15E23A60D74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5:21.033" v="1520" actId="207"/>
          <ac:spMkLst>
            <pc:docMk/>
            <pc:sldMk cId="1841781659" sldId="353"/>
            <ac:spMk id="125" creationId="{50BF2536-F0B0-AD45-4827-EBD313F11EB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2:49.530" v="1369" actId="1038"/>
          <ac:spMkLst>
            <pc:docMk/>
            <pc:sldMk cId="1841781659" sldId="353"/>
            <ac:spMk id="126" creationId="{7DC4EB6E-38A4-8666-609C-DC0697523B3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7:01.126" v="1109" actId="207"/>
          <ac:spMkLst>
            <pc:docMk/>
            <pc:sldMk cId="1841781659" sldId="353"/>
            <ac:spMk id="127" creationId="{0929AC58-26E8-FBC4-D1F1-1F9983D3550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7:14.981" v="1122" actId="1076"/>
          <ac:spMkLst>
            <pc:docMk/>
            <pc:sldMk cId="1841781659" sldId="353"/>
            <ac:spMk id="1024" creationId="{C6CC8A28-97B1-AF78-4618-4AAFA43BC8C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8:29.294" v="1160" actId="1076"/>
          <ac:spMkLst>
            <pc:docMk/>
            <pc:sldMk cId="1841781659" sldId="353"/>
            <ac:spMk id="1025" creationId="{A536831B-CF5A-81CD-7713-449CE16100F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1:13.696" v="1300" actId="20577"/>
          <ac:spMkLst>
            <pc:docMk/>
            <pc:sldMk cId="1841781659" sldId="353"/>
            <ac:spMk id="1027" creationId="{0F6EA02C-15A7-E6B0-5EDD-8FB602768B9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9:30.750" v="1225" actId="1076"/>
          <ac:spMkLst>
            <pc:docMk/>
            <pc:sldMk cId="1841781659" sldId="353"/>
            <ac:spMk id="1028" creationId="{B5C8F48F-07A9-6156-B9ED-25692BC66EB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29:03.060" v="1207" actId="20577"/>
          <ac:spMkLst>
            <pc:docMk/>
            <pc:sldMk cId="1841781659" sldId="353"/>
            <ac:spMk id="1029" creationId="{55163FFB-3FDE-391B-ECD0-EF2137005BE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1:25.175" v="1327" actId="20577"/>
          <ac:spMkLst>
            <pc:docMk/>
            <pc:sldMk cId="1841781659" sldId="353"/>
            <ac:spMk id="1030" creationId="{F604ACE2-DC83-A0D3-0D48-ED932BBCDD6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7:57.414" v="1603" actId="1076"/>
          <ac:spMkLst>
            <pc:docMk/>
            <pc:sldMk cId="1841781659" sldId="353"/>
            <ac:spMk id="1031" creationId="{6E262076-C721-4657-9DAE-1A90BDF837B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4:39.962" v="1512" actId="1076"/>
          <ac:spMkLst>
            <pc:docMk/>
            <pc:sldMk cId="1841781659" sldId="353"/>
            <ac:spMk id="1038" creationId="{9FCD3F1D-6BD1-B2FC-0E68-F1A9C2AA29F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4:51.367" v="1515" actId="1076"/>
          <ac:spMkLst>
            <pc:docMk/>
            <pc:sldMk cId="1841781659" sldId="353"/>
            <ac:spMk id="1039" creationId="{D510B075-BB1F-9EDD-A1A7-8FD970868F4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4:54.081" v="1516" actId="571"/>
          <ac:spMkLst>
            <pc:docMk/>
            <pc:sldMk cId="1841781659" sldId="353"/>
            <ac:spMk id="1040" creationId="{353A9C9B-3734-34A5-6C7B-39DE10F8589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4:57.036" v="1517" actId="571"/>
          <ac:spMkLst>
            <pc:docMk/>
            <pc:sldMk cId="1841781659" sldId="353"/>
            <ac:spMk id="1041" creationId="{3CE681E4-399F-D775-19EC-3DFAD8DE1DE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17T04:34:58.510" v="1518" actId="571"/>
          <ac:spMkLst>
            <pc:docMk/>
            <pc:sldMk cId="1841781659" sldId="353"/>
            <ac:spMk id="1042" creationId="{FA7BF35B-339C-EFBB-AE37-CF87D659CB00}"/>
          </ac:spMkLst>
        </pc:spChg>
        <pc:grpChg chg="add mod">
          <ac:chgData name="Noah Myeong(명노아)[Electronics System Eng. Team]" userId="e7b271c9-48be-4d1f-b039-aca5ad3045c0" providerId="ADAL" clId="{654191C1-F59F-414E-9013-FDAB6047BA66}" dt="2026-06-17T01:51:21.325" v="70" actId="1076"/>
          <ac:grpSpMkLst>
            <pc:docMk/>
            <pc:sldMk cId="1841781659" sldId="353"/>
            <ac:grpSpMk id="51" creationId="{3D40A3A0-93C2-2320-80F7-BDB7A6CB07D2}"/>
          </ac:grpSpMkLst>
        </pc:grpChg>
        <pc:grpChg chg="add mod">
          <ac:chgData name="Noah Myeong(명노아)[Electronics System Eng. Team]" userId="e7b271c9-48be-4d1f-b039-aca5ad3045c0" providerId="ADAL" clId="{654191C1-F59F-414E-9013-FDAB6047BA66}" dt="2026-06-17T02:04:10.959" v="210" actId="1076"/>
          <ac:grpSpMkLst>
            <pc:docMk/>
            <pc:sldMk cId="1841781659" sldId="353"/>
            <ac:grpSpMk id="96" creationId="{82D7A2A6-00FE-EB20-2F85-EC8DC35DA97E}"/>
          </ac:grpSpMkLst>
        </pc:grpChg>
        <pc:grpChg chg="add mod">
          <ac:chgData name="Noah Myeong(명노아)[Electronics System Eng. Team]" userId="e7b271c9-48be-4d1f-b039-aca5ad3045c0" providerId="ADAL" clId="{654191C1-F59F-414E-9013-FDAB6047BA66}" dt="2026-06-17T02:16:06.282" v="323" actId="1076"/>
          <ac:grpSpMkLst>
            <pc:docMk/>
            <pc:sldMk cId="1841781659" sldId="353"/>
            <ac:grpSpMk id="111" creationId="{18252880-21C8-4562-598E-BA9B19E7E376}"/>
          </ac:grpSpMkLst>
        </pc:grpChg>
        <pc:graphicFrameChg chg="modGraphic">
          <ac:chgData name="Noah Myeong(명노아)[Electronics System Eng. Team]" userId="e7b271c9-48be-4d1f-b039-aca5ad3045c0" providerId="ADAL" clId="{654191C1-F59F-414E-9013-FDAB6047BA66}" dt="2026-06-17T04:56:25.294" v="1629" actId="6549"/>
          <ac:graphicFrameMkLst>
            <pc:docMk/>
            <pc:sldMk cId="1841781659" sldId="353"/>
            <ac:graphicFrameMk id="79" creationId="{E845EF2C-5DA3-A4C8-0BFE-1D719A744BEA}"/>
          </ac:graphicFrameMkLst>
        </pc:graphicFrameChg>
        <pc:graphicFrameChg chg="add mod modGraphic">
          <ac:chgData name="Noah Myeong(명노아)[Electronics System Eng. Team]" userId="e7b271c9-48be-4d1f-b039-aca5ad3045c0" providerId="ADAL" clId="{654191C1-F59F-414E-9013-FDAB6047BA66}" dt="2026-06-17T02:40:59.265" v="787" actId="1076"/>
          <ac:graphicFrameMkLst>
            <pc:docMk/>
            <pc:sldMk cId="1841781659" sldId="353"/>
            <ac:graphicFrameMk id="114" creationId="{AA66D8C7-D2C4-87C0-EDD7-486AE8C3030A}"/>
          </ac:graphicFrameMkLst>
        </pc:graphicFrameChg>
        <pc:graphicFrameChg chg="add mod modGraphic">
          <ac:chgData name="Noah Myeong(명노아)[Electronics System Eng. Team]" userId="e7b271c9-48be-4d1f-b039-aca5ad3045c0" providerId="ADAL" clId="{654191C1-F59F-414E-9013-FDAB6047BA66}" dt="2026-06-17T02:41:35.148" v="792" actId="207"/>
          <ac:graphicFrameMkLst>
            <pc:docMk/>
            <pc:sldMk cId="1841781659" sldId="353"/>
            <ac:graphicFrameMk id="115" creationId="{7BB174CC-8BEF-53FE-9517-6E64D9FF7984}"/>
          </ac:graphicFrameMkLst>
        </pc:graphicFrameChg>
        <pc:graphicFrameChg chg="add mod modGraphic">
          <ac:chgData name="Noah Myeong(명노아)[Electronics System Eng. Team]" userId="e7b271c9-48be-4d1f-b039-aca5ad3045c0" providerId="ADAL" clId="{654191C1-F59F-414E-9013-FDAB6047BA66}" dt="2026-06-17T04:37:53.983" v="1602" actId="1076"/>
          <ac:graphicFrameMkLst>
            <pc:docMk/>
            <pc:sldMk cId="1841781659" sldId="353"/>
            <ac:graphicFrameMk id="1043" creationId="{3F6C7594-A10B-35DC-9E00-929D06E34CD7}"/>
          </ac:graphicFrameMkLst>
        </pc:graphicFrameChg>
        <pc:picChg chg="add mod">
          <ac:chgData name="Noah Myeong(명노아)[Electronics System Eng. Team]" userId="e7b271c9-48be-4d1f-b039-aca5ad3045c0" providerId="ADAL" clId="{654191C1-F59F-414E-9013-FDAB6047BA66}" dt="2026-06-17T02:15:38.721" v="320" actId="1076"/>
          <ac:picMkLst>
            <pc:docMk/>
            <pc:sldMk cId="1841781659" sldId="353"/>
            <ac:picMk id="109" creationId="{E59F7702-0D30-11C1-072B-FA0718AF78F4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17T04:21:04.228" v="812" actId="1076"/>
          <ac:picMkLst>
            <pc:docMk/>
            <pc:sldMk cId="1841781659" sldId="353"/>
            <ac:picMk id="120" creationId="{44901D7E-3DFE-A751-09DC-43678CFBC1E3}"/>
          </ac:picMkLst>
        </pc:picChg>
        <pc:cxnChg chg="add mod">
          <ac:chgData name="Noah Myeong(명노아)[Electronics System Eng. Team]" userId="e7b271c9-48be-4d1f-b039-aca5ad3045c0" providerId="ADAL" clId="{654191C1-F59F-414E-9013-FDAB6047BA66}" dt="2026-06-17T01:51:44.790" v="72" actId="1076"/>
          <ac:cxnSpMkLst>
            <pc:docMk/>
            <pc:sldMk cId="1841781659" sldId="353"/>
            <ac:cxnSpMk id="53" creationId="{EBB219A0-F7E2-FEF0-CDF7-8387401A7EFF}"/>
          </ac:cxnSpMkLst>
        </pc:cxnChg>
        <pc:cxnChg chg="add">
          <ac:chgData name="Noah Myeong(명노아)[Electronics System Eng. Team]" userId="e7b271c9-48be-4d1f-b039-aca5ad3045c0" providerId="ADAL" clId="{654191C1-F59F-414E-9013-FDAB6047BA66}" dt="2026-06-17T04:32:40.343" v="1358" actId="11529"/>
          <ac:cxnSpMkLst>
            <pc:docMk/>
            <pc:sldMk cId="1841781659" sldId="353"/>
            <ac:cxnSpMk id="1033" creationId="{D974E11C-A73D-FC9A-33E1-A0610E91F482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17T04:32:42.522" v="1359" actId="571"/>
          <ac:cxnSpMkLst>
            <pc:docMk/>
            <pc:sldMk cId="1841781659" sldId="353"/>
            <ac:cxnSpMk id="1034" creationId="{2BD92797-3441-903C-45DE-B154A09CB759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17T04:32:44.174" v="1360" actId="571"/>
          <ac:cxnSpMkLst>
            <pc:docMk/>
            <pc:sldMk cId="1841781659" sldId="353"/>
            <ac:cxnSpMk id="1035" creationId="{8919DEBE-6512-B615-9489-A3D45A7C3B63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17T04:32:45.854" v="1361" actId="571"/>
          <ac:cxnSpMkLst>
            <pc:docMk/>
            <pc:sldMk cId="1841781659" sldId="353"/>
            <ac:cxnSpMk id="1036" creationId="{0F1CA3EF-09B7-E55A-9938-F9C9C8E59ED5}"/>
          </ac:cxnSpMkLst>
        </pc:cxnChg>
      </pc:sldChg>
      <pc:sldChg chg="add del">
        <pc:chgData name="Noah Myeong(명노아)[Electronics System Eng. Team]" userId="e7b271c9-48be-4d1f-b039-aca5ad3045c0" providerId="ADAL" clId="{654191C1-F59F-414E-9013-FDAB6047BA66}" dt="2026-06-22T06:05:31.171" v="7217" actId="47"/>
        <pc:sldMkLst>
          <pc:docMk/>
          <pc:sldMk cId="362012336" sldId="380"/>
        </pc:sldMkLst>
      </pc:sldChg>
      <pc:sldChg chg="addSp delSp modSp add mod ord">
        <pc:chgData name="Noah Myeong(명노아)[Electronics System Eng. Team]" userId="e7b271c9-48be-4d1f-b039-aca5ad3045c0" providerId="ADAL" clId="{654191C1-F59F-414E-9013-FDAB6047BA66}" dt="2026-06-22T05:51:34.732" v="6496" actId="478"/>
        <pc:sldMkLst>
          <pc:docMk/>
          <pc:sldMk cId="2276905524" sldId="384"/>
        </pc:sldMkLst>
        <pc:spChg chg="add mod">
          <ac:chgData name="Noah Myeong(명노아)[Electronics System Eng. Team]" userId="e7b271c9-48be-4d1f-b039-aca5ad3045c0" providerId="ADAL" clId="{654191C1-F59F-414E-9013-FDAB6047BA66}" dt="2026-06-22T01:26:58.373" v="4517" actId="1076"/>
          <ac:spMkLst>
            <pc:docMk/>
            <pc:sldMk cId="2276905524" sldId="384"/>
            <ac:spMk id="2" creationId="{A6457F92-B660-AA2B-145F-D8D932E3E1C9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28:36.024" v="4594" actId="478"/>
          <ac:spMkLst>
            <pc:docMk/>
            <pc:sldMk cId="2276905524" sldId="384"/>
            <ac:spMk id="3" creationId="{B84DBA0F-C03E-E1A3-CD11-4AE200AF2CAD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29:24.833" v="4712" actId="478"/>
          <ac:spMkLst>
            <pc:docMk/>
            <pc:sldMk cId="2276905524" sldId="384"/>
            <ac:spMk id="4" creationId="{FCCCA930-72A2-D78F-6D55-88008C8072D7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28:36.024" v="4594" actId="478"/>
          <ac:spMkLst>
            <pc:docMk/>
            <pc:sldMk cId="2276905524" sldId="384"/>
            <ac:spMk id="5" creationId="{D7D8B1E2-4EDF-B6D7-F074-CB6803D5EA74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29:22.338" v="4711" actId="478"/>
          <ac:spMkLst>
            <pc:docMk/>
            <pc:sldMk cId="2276905524" sldId="384"/>
            <ac:spMk id="6" creationId="{F9503761-FA39-09D6-6CA6-3B39C7D11E0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1:36.611" v="4749" actId="404"/>
          <ac:spMkLst>
            <pc:docMk/>
            <pc:sldMk cId="2276905524" sldId="384"/>
            <ac:spMk id="7" creationId="{AAC8FD51-75AE-80C7-124E-CAE7F81AE5C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3:40.498" v="1900" actId="1036"/>
          <ac:spMkLst>
            <pc:docMk/>
            <pc:sldMk cId="2276905524" sldId="384"/>
            <ac:spMk id="8" creationId="{282398BF-36AC-7619-EBD6-64E2CC38DF6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4:37.535" v="4791" actId="1076"/>
          <ac:spMkLst>
            <pc:docMk/>
            <pc:sldMk cId="2276905524" sldId="384"/>
            <ac:spMk id="9" creationId="{AEFAF079-3D51-91C6-6A6E-91681B31B1E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4:30.063" v="4789" actId="1076"/>
          <ac:spMkLst>
            <pc:docMk/>
            <pc:sldMk cId="2276905524" sldId="384"/>
            <ac:spMk id="14" creationId="{3B795F82-4247-EC38-16EF-DF98E0889AB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4:19.754" v="4784" actId="1076"/>
          <ac:spMkLst>
            <pc:docMk/>
            <pc:sldMk cId="2276905524" sldId="384"/>
            <ac:spMk id="15" creationId="{872F2C9C-ADDE-8538-7E2D-FBA91990265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4:37.914" v="2011" actId="1076"/>
          <ac:spMkLst>
            <pc:docMk/>
            <pc:sldMk cId="2276905524" sldId="384"/>
            <ac:spMk id="16" creationId="{E4D98C4E-5A3B-ADB6-FACB-5C3A791CF6E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4:47.727" v="2032"/>
          <ac:spMkLst>
            <pc:docMk/>
            <pc:sldMk cId="2276905524" sldId="384"/>
            <ac:spMk id="17" creationId="{E3CFB941-615F-657B-7AC5-2384D414EFF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4:56.519" v="2050"/>
          <ac:spMkLst>
            <pc:docMk/>
            <pc:sldMk cId="2276905524" sldId="384"/>
            <ac:spMk id="18" creationId="{3C64421E-CB2F-4B80-0406-FF9DF68241F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5:04.670" v="2075"/>
          <ac:spMkLst>
            <pc:docMk/>
            <pc:sldMk cId="2276905524" sldId="384"/>
            <ac:spMk id="19" creationId="{7BEFC8AC-F022-BBF0-1970-AABD2573851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5:17.436" v="2093"/>
          <ac:spMkLst>
            <pc:docMk/>
            <pc:sldMk cId="2276905524" sldId="384"/>
            <ac:spMk id="21" creationId="{1BF2125E-FBAD-C7EB-F776-4DA066E2FF0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8:38.913" v="2134" actId="1076"/>
          <ac:spMkLst>
            <pc:docMk/>
            <pc:sldMk cId="2276905524" sldId="384"/>
            <ac:spMk id="27" creationId="{C927B842-C411-3343-3ABE-5F279865634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33.871" v="4998" actId="20577"/>
          <ac:spMkLst>
            <pc:docMk/>
            <pc:sldMk cId="2276905524" sldId="384"/>
            <ac:spMk id="28" creationId="{F48DC390-5B12-4305-7477-EE4F8426159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9:02.693" v="2142" actId="207"/>
          <ac:spMkLst>
            <pc:docMk/>
            <pc:sldMk cId="2276905524" sldId="384"/>
            <ac:spMk id="29" creationId="{82F2BA94-1DE7-C9DF-DE89-CE2C5A9028C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9:05.407" v="2143" actId="207"/>
          <ac:spMkLst>
            <pc:docMk/>
            <pc:sldMk cId="2276905524" sldId="384"/>
            <ac:spMk id="30" creationId="{3F31E999-9817-DE8B-A606-0BAF2CBFA52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29:24.707" v="2147" actId="207"/>
          <ac:spMkLst>
            <pc:docMk/>
            <pc:sldMk cId="2276905524" sldId="384"/>
            <ac:spMk id="31" creationId="{9499CE88-9C5F-D2DB-8756-C2975AA865E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0:19.021" v="2161" actId="1076"/>
          <ac:spMkLst>
            <pc:docMk/>
            <pc:sldMk cId="2276905524" sldId="384"/>
            <ac:spMk id="36" creationId="{55E774DD-471A-CFDA-8871-C5A6620391F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0:21.625" v="2162" actId="571"/>
          <ac:spMkLst>
            <pc:docMk/>
            <pc:sldMk cId="2276905524" sldId="384"/>
            <ac:spMk id="37" creationId="{AFF1D39C-AC58-05FD-D685-D4D3E7576220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51:34.732" v="6496" actId="478"/>
          <ac:spMkLst>
            <pc:docMk/>
            <pc:sldMk cId="2276905524" sldId="384"/>
            <ac:spMk id="39" creationId="{7713AED1-8204-F3C1-34B6-019CB05F65E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1:59.500" v="2221" actId="14100"/>
          <ac:spMkLst>
            <pc:docMk/>
            <pc:sldMk cId="2276905524" sldId="384"/>
            <ac:spMk id="40" creationId="{8A53802B-9A65-1D02-3157-B2560EFB243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2:10.770" v="2228" actId="1076"/>
          <ac:spMkLst>
            <pc:docMk/>
            <pc:sldMk cId="2276905524" sldId="384"/>
            <ac:spMk id="41" creationId="{9B2314C7-979A-E2A8-8C80-4C35F1D66C4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2:15.473" v="2229" actId="571"/>
          <ac:spMkLst>
            <pc:docMk/>
            <pc:sldMk cId="2276905524" sldId="384"/>
            <ac:spMk id="42" creationId="{FBFC84C2-3EA9-B078-347A-A0D1AAF213D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2:15.473" v="2229" actId="571"/>
          <ac:spMkLst>
            <pc:docMk/>
            <pc:sldMk cId="2276905524" sldId="384"/>
            <ac:spMk id="43" creationId="{29F34F5A-2CE2-8C27-2392-DC51A2D069A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2:58.269" v="2257" actId="1076"/>
          <ac:spMkLst>
            <pc:docMk/>
            <pc:sldMk cId="2276905524" sldId="384"/>
            <ac:spMk id="44" creationId="{67ED051F-F9EA-4641-CA8F-05EABEE620E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3:11.536" v="2279" actId="1076"/>
          <ac:spMkLst>
            <pc:docMk/>
            <pc:sldMk cId="2276905524" sldId="384"/>
            <ac:spMk id="45" creationId="{EE8795E2-0264-4B94-5404-F5DD0517468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3:57.352" v="2346"/>
          <ac:spMkLst>
            <pc:docMk/>
            <pc:sldMk cId="2276905524" sldId="384"/>
            <ac:spMk id="46" creationId="{999A29ED-5579-6D64-0E4F-4C24E0C30E9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4:06.421" v="2378"/>
          <ac:spMkLst>
            <pc:docMk/>
            <pc:sldMk cId="2276905524" sldId="384"/>
            <ac:spMk id="47" creationId="{B378E3F5-2563-93C2-08E9-80FBBE8690F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4:56.494" v="2432"/>
          <ac:spMkLst>
            <pc:docMk/>
            <pc:sldMk cId="2276905524" sldId="384"/>
            <ac:spMk id="48" creationId="{ED36ECDC-7360-8EE7-1224-6924A10A60C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1:32.745" v="4748" actId="403"/>
          <ac:spMkLst>
            <pc:docMk/>
            <pc:sldMk cId="2276905524" sldId="384"/>
            <ac:spMk id="50" creationId="{7D1932B4-3A45-266B-9AF2-B271719499D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1:50.608" v="4752" actId="1076"/>
          <ac:spMkLst>
            <pc:docMk/>
            <pc:sldMk cId="2276905524" sldId="384"/>
            <ac:spMk id="51" creationId="{19CC331C-F729-80D6-BA03-243D3BB4011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1:24.674" v="4747" actId="208"/>
          <ac:spMkLst>
            <pc:docMk/>
            <pc:sldMk cId="2276905524" sldId="384"/>
            <ac:spMk id="52" creationId="{C127694D-71A4-B8B4-1208-E9353D599C0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1:50.608" v="4752" actId="1076"/>
          <ac:spMkLst>
            <pc:docMk/>
            <pc:sldMk cId="2276905524" sldId="384"/>
            <ac:spMk id="53" creationId="{5CD04EE3-1A69-4EC2-C8FD-B785E3CD660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8:02.519" v="2532" actId="571"/>
          <ac:spMkLst>
            <pc:docMk/>
            <pc:sldMk cId="2276905524" sldId="384"/>
            <ac:spMk id="55" creationId="{33712E46-5564-6C1D-BA27-B05E3453D87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39:22.271" v="2586" actId="1076"/>
          <ac:spMkLst>
            <pc:docMk/>
            <pc:sldMk cId="2276905524" sldId="384"/>
            <ac:spMk id="56" creationId="{5E1996C6-FADB-5A9F-B0E5-007A389FD96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2:11.474" v="4754" actId="1076"/>
          <ac:spMkLst>
            <pc:docMk/>
            <pc:sldMk cId="2276905524" sldId="384"/>
            <ac:spMk id="57" creationId="{4AFE98E1-4F98-5560-D6CB-5FBAF17C2B3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2:11.474" v="4754" actId="1076"/>
          <ac:spMkLst>
            <pc:docMk/>
            <pc:sldMk cId="2276905524" sldId="384"/>
            <ac:spMk id="58" creationId="{720E221C-DE08-FDC4-756C-D7642667D7D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1:33.447" v="2701" actId="1036"/>
          <ac:spMkLst>
            <pc:docMk/>
            <pc:sldMk cId="2276905524" sldId="384"/>
            <ac:spMk id="59" creationId="{BF16A8C3-B635-E239-6D47-CFDE54D6571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1:33.447" v="2701" actId="1036"/>
          <ac:spMkLst>
            <pc:docMk/>
            <pc:sldMk cId="2276905524" sldId="384"/>
            <ac:spMk id="60" creationId="{18806538-4565-E64F-51B9-1A364AB77937}"/>
          </ac:spMkLst>
        </pc:spChg>
        <pc:spChg chg="add del">
          <ac:chgData name="Noah Myeong(명노아)[Electronics System Eng. Team]" userId="e7b271c9-48be-4d1f-b039-aca5ad3045c0" providerId="ADAL" clId="{654191C1-F59F-414E-9013-FDAB6047BA66}" dt="2026-06-22T00:42:12.504" v="2703" actId="478"/>
          <ac:spMkLst>
            <pc:docMk/>
            <pc:sldMk cId="2276905524" sldId="384"/>
            <ac:spMk id="61" creationId="{055D0A90-948F-387E-7173-3F5A9170AC2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4:05.129" v="2729" actId="208"/>
          <ac:spMkLst>
            <pc:docMk/>
            <pc:sldMk cId="2276905524" sldId="384"/>
            <ac:spMk id="62" creationId="{4B742C84-FF47-990D-D37A-DA3485EAFD1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4:08.751" v="2730" actId="571"/>
          <ac:spMkLst>
            <pc:docMk/>
            <pc:sldMk cId="2276905524" sldId="384"/>
            <ac:spMk id="63" creationId="{5D0D826A-BA37-C004-8CD2-FFBA82164A5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4:12.110" v="2731" actId="571"/>
          <ac:spMkLst>
            <pc:docMk/>
            <pc:sldMk cId="2276905524" sldId="384"/>
            <ac:spMk id="64" creationId="{13B86ACC-6D4D-0796-D7C9-1BE79AAE128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4:28.995" v="2737" actId="14100"/>
          <ac:spMkLst>
            <pc:docMk/>
            <pc:sldMk cId="2276905524" sldId="384"/>
            <ac:spMk id="65" creationId="{7CE9F891-B480-51FF-FEB5-BE3D6DEFED11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0:44:19.888" v="2734" actId="478"/>
          <ac:spMkLst>
            <pc:docMk/>
            <pc:sldMk cId="2276905524" sldId="384"/>
            <ac:spMk id="67" creationId="{0C867EA5-1A87-A189-BDA3-26EC160AC39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44:25.141" v="2736" actId="14100"/>
          <ac:spMkLst>
            <pc:docMk/>
            <pc:sldMk cId="2276905524" sldId="384"/>
            <ac:spMk id="68" creationId="{BBB65C3C-4A38-87F4-30A6-04B4AAE6F56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5:21.246" v="4823" actId="20577"/>
          <ac:spMkLst>
            <pc:docMk/>
            <pc:sldMk cId="2276905524" sldId="384"/>
            <ac:spMk id="69" creationId="{A19D71C3-61C0-6F0B-2CA5-FD62E0E29EB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4:03.660" v="4780" actId="14100"/>
          <ac:spMkLst>
            <pc:docMk/>
            <pc:sldMk cId="2276905524" sldId="384"/>
            <ac:spMk id="70" creationId="{CB9B2DA5-9B9C-E51E-135E-B2E3FB1D865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57:26.001" v="3113" actId="14100"/>
          <ac:spMkLst>
            <pc:docMk/>
            <pc:sldMk cId="2276905524" sldId="384"/>
            <ac:spMk id="73" creationId="{2AB5C1C2-9088-E582-CA1B-561E0B8D4BB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58:40.658" v="3140" actId="1076"/>
          <ac:spMkLst>
            <pc:docMk/>
            <pc:sldMk cId="2276905524" sldId="384"/>
            <ac:spMk id="74" creationId="{90052C56-E83E-66B0-5562-9013297BBD2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58:44.789" v="3146" actId="20577"/>
          <ac:spMkLst>
            <pc:docMk/>
            <pc:sldMk cId="2276905524" sldId="384"/>
            <ac:spMk id="75" creationId="{B40D9924-A972-E12A-BC17-B8A44320800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59:14.880" v="3167" actId="3064"/>
          <ac:spMkLst>
            <pc:docMk/>
            <pc:sldMk cId="2276905524" sldId="384"/>
            <ac:spMk id="76" creationId="{1E8E7E99-B3CF-E0C0-D327-13D66162778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0:59:30.176" v="3175" actId="20577"/>
          <ac:spMkLst>
            <pc:docMk/>
            <pc:sldMk cId="2276905524" sldId="384"/>
            <ac:spMk id="78" creationId="{5A8543AB-FBFD-6E52-0E48-EE691BFAE7C8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1:31:43.832" v="4751" actId="1076"/>
          <ac:spMkLst>
            <pc:docMk/>
            <pc:sldMk cId="2276905524" sldId="384"/>
            <ac:spMk id="81" creationId="{8D528E34-CD8D-013B-6323-DBF7921C9A64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1:19:57.136" v="4057" actId="171"/>
          <ac:spMkLst>
            <pc:docMk/>
            <pc:sldMk cId="2276905524" sldId="384"/>
            <ac:spMk id="82" creationId="{4DBAD69F-FE63-4AB5-ACFF-73BBF0803491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1:19:37.956" v="3862" actId="171"/>
          <ac:spMkLst>
            <pc:docMk/>
            <pc:sldMk cId="2276905524" sldId="384"/>
            <ac:spMk id="83" creationId="{676CCDB5-07B6-47B2-9D64-B4D4F75CEFD7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1:32:52.374" v="4762" actId="14100"/>
          <ac:spMkLst>
            <pc:docMk/>
            <pc:sldMk cId="2276905524" sldId="384"/>
            <ac:spMk id="84" creationId="{FD13F6A4-0F54-7CD8-61B3-BFACDBE74279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1:34:03.660" v="4780" actId="14100"/>
          <ac:spMkLst>
            <pc:docMk/>
            <pc:sldMk cId="2276905524" sldId="384"/>
            <ac:spMk id="85" creationId="{AF6870B2-1A7C-CF53-2AAE-20AE8AD6130E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01:45.173" v="3206" actId="478"/>
          <ac:spMkLst>
            <pc:docMk/>
            <pc:sldMk cId="2276905524" sldId="384"/>
            <ac:spMk id="87" creationId="{BFE11A5B-DE80-3B45-E4FD-862B5A10CB0E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01:51.421" v="3209" actId="478"/>
          <ac:spMkLst>
            <pc:docMk/>
            <pc:sldMk cId="2276905524" sldId="384"/>
            <ac:spMk id="88" creationId="{D7C17C15-4F75-CE0D-3077-FCC77702F8A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3:32.025" v="4775" actId="14100"/>
          <ac:spMkLst>
            <pc:docMk/>
            <pc:sldMk cId="2276905524" sldId="384"/>
            <ac:spMk id="89" creationId="{E895BC04-3D75-8B20-76AE-F7EB6B41225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3:46.162" v="4778" actId="1076"/>
          <ac:spMkLst>
            <pc:docMk/>
            <pc:sldMk cId="2276905524" sldId="384"/>
            <ac:spMk id="90" creationId="{0F7E744F-AFB3-CD00-9845-9B2355C1116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3:36.908" v="4776" actId="14100"/>
          <ac:spMkLst>
            <pc:docMk/>
            <pc:sldMk cId="2276905524" sldId="384"/>
            <ac:spMk id="91" creationId="{ADA8F59F-AFC2-6B2E-A95B-CCC8CBAF4D6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3:42.122" v="4777" actId="1076"/>
          <ac:spMkLst>
            <pc:docMk/>
            <pc:sldMk cId="2276905524" sldId="384"/>
            <ac:spMk id="92" creationId="{EAC2CB7B-EEEE-D907-FC1C-E8ADD751DA1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06:02.933" v="3280" actId="1076"/>
          <ac:spMkLst>
            <pc:docMk/>
            <pc:sldMk cId="2276905524" sldId="384"/>
            <ac:spMk id="103" creationId="{A36C9A01-55C2-4313-23CD-AE155351698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06:14.228" v="3289" actId="1076"/>
          <ac:spMkLst>
            <pc:docMk/>
            <pc:sldMk cId="2276905524" sldId="384"/>
            <ac:spMk id="104" creationId="{8373047B-BA4A-6559-6DBB-4383EF475A4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06:20.688" v="3293" actId="1076"/>
          <ac:spMkLst>
            <pc:docMk/>
            <pc:sldMk cId="2276905524" sldId="384"/>
            <ac:spMk id="105" creationId="{4EA377EB-3C08-5E60-8E52-28E2FC28E6B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06:24.714" v="3296" actId="20577"/>
          <ac:spMkLst>
            <pc:docMk/>
            <pc:sldMk cId="2276905524" sldId="384"/>
            <ac:spMk id="106" creationId="{CE96CA35-87D4-AF68-D26D-5FF5DE180AB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06:30.342" v="3298" actId="20577"/>
          <ac:spMkLst>
            <pc:docMk/>
            <pc:sldMk cId="2276905524" sldId="384"/>
            <ac:spMk id="107" creationId="{6E47CC2A-CBFF-05DF-F0CF-2E862D9AC42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06:38.392" v="3303" actId="1076"/>
          <ac:spMkLst>
            <pc:docMk/>
            <pc:sldMk cId="2276905524" sldId="384"/>
            <ac:spMk id="108" creationId="{ECDE398B-B240-EAF0-1287-38EB12FF7FE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4:03.660" v="4780" actId="14100"/>
          <ac:spMkLst>
            <pc:docMk/>
            <pc:sldMk cId="2276905524" sldId="384"/>
            <ac:spMk id="118" creationId="{44EE239C-9167-F7E3-5459-CB9CAB0F1FA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4:03.660" v="4780" actId="14100"/>
          <ac:spMkLst>
            <pc:docMk/>
            <pc:sldMk cId="2276905524" sldId="384"/>
            <ac:spMk id="119" creationId="{D3A580A8-987B-3C2B-7C57-97FAB271D48D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21:46.557" v="4232" actId="478"/>
          <ac:spMkLst>
            <pc:docMk/>
            <pc:sldMk cId="2276905524" sldId="384"/>
            <ac:spMk id="120" creationId="{85A8E0E9-197B-8EDF-92F5-1BE741BF9E36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1:25:00.231" v="4487" actId="170"/>
          <ac:spMkLst>
            <pc:docMk/>
            <pc:sldMk cId="2276905524" sldId="384"/>
            <ac:spMk id="122" creationId="{879553EE-347F-3551-4875-084DF3CFE23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6:09.333" v="4493" actId="14861"/>
          <ac:spMkLst>
            <pc:docMk/>
            <pc:sldMk cId="2276905524" sldId="384"/>
            <ac:spMk id="123" creationId="{F7B28D2D-42DE-6932-209D-EBFE2E96A16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6:12.116" v="4494" actId="571"/>
          <ac:spMkLst>
            <pc:docMk/>
            <pc:sldMk cId="2276905524" sldId="384"/>
            <ac:spMk id="124" creationId="{C9B62301-8E57-DD72-09DA-EF9ACBE5826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6:14.180" v="4495" actId="571"/>
          <ac:spMkLst>
            <pc:docMk/>
            <pc:sldMk cId="2276905524" sldId="384"/>
            <ac:spMk id="125" creationId="{25076D1C-BC54-5A57-C401-02B7B052245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6:16.271" v="4496" actId="571"/>
          <ac:spMkLst>
            <pc:docMk/>
            <pc:sldMk cId="2276905524" sldId="384"/>
            <ac:spMk id="126" creationId="{4BD57B68-8812-9DD0-62C2-537463247A2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7:23.391" v="4520" actId="1076"/>
          <ac:spMkLst>
            <pc:docMk/>
            <pc:sldMk cId="2276905524" sldId="384"/>
            <ac:spMk id="2048" creationId="{D25924B1-80F9-7D11-FE7B-2E24EE4CF86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7:23.391" v="4520" actId="1076"/>
          <ac:spMkLst>
            <pc:docMk/>
            <pc:sldMk cId="2276905524" sldId="384"/>
            <ac:spMk id="2049" creationId="{7EA0E5B1-7717-8D51-F65A-E6D8FAFA5733}"/>
          </ac:spMkLst>
        </pc:spChg>
        <pc:spChg chg="add del mod ord">
          <ac:chgData name="Noah Myeong(명노아)[Electronics System Eng. Team]" userId="e7b271c9-48be-4d1f-b039-aca5ad3045c0" providerId="ADAL" clId="{654191C1-F59F-414E-9013-FDAB6047BA66}" dt="2026-06-22T01:29:48.166" v="4719" actId="1076"/>
          <ac:spMkLst>
            <pc:docMk/>
            <pc:sldMk cId="2276905524" sldId="384"/>
            <ac:spMk id="2051" creationId="{A55DDB1F-4EB5-E6BE-E668-F498C18240E2}"/>
          </ac:spMkLst>
        </pc:spChg>
        <pc:spChg chg="add del mod ord">
          <ac:chgData name="Noah Myeong(명노아)[Electronics System Eng. Team]" userId="e7b271c9-48be-4d1f-b039-aca5ad3045c0" providerId="ADAL" clId="{654191C1-F59F-414E-9013-FDAB6047BA66}" dt="2026-06-22T01:29:50.104" v="4721" actId="1076"/>
          <ac:spMkLst>
            <pc:docMk/>
            <pc:sldMk cId="2276905524" sldId="384"/>
            <ac:spMk id="2053" creationId="{F276F6B7-FA4D-8694-5786-1FC931F267D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4:42.376" v="5942" actId="1076"/>
          <ac:spMkLst>
            <pc:docMk/>
            <pc:sldMk cId="2276905524" sldId="384"/>
            <ac:spMk id="2098" creationId="{8898E87A-B24A-F627-9B04-A6D7225E00C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5:03.553" v="5947" actId="20577"/>
          <ac:spMkLst>
            <pc:docMk/>
            <pc:sldMk cId="2276905524" sldId="384"/>
            <ac:spMk id="2099" creationId="{486F750F-A2A9-B549-9701-CAEA44FE018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5:11.838" v="5953" actId="1076"/>
          <ac:spMkLst>
            <pc:docMk/>
            <pc:sldMk cId="2276905524" sldId="384"/>
            <ac:spMk id="2100" creationId="{8F1052F0-D121-4C94-BE34-2DB936EA36D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5:09.959" v="5952" actId="1076"/>
          <ac:spMkLst>
            <pc:docMk/>
            <pc:sldMk cId="2276905524" sldId="384"/>
            <ac:spMk id="2101" creationId="{539329AB-23EA-BE86-BB4F-1EEC9447EC7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8.105" v="5955"/>
          <ac:spMkLst>
            <pc:docMk/>
            <pc:sldMk cId="2276905524" sldId="384"/>
            <ac:spMk id="2102" creationId="{6FA01622-D614-4780-3190-E6EFAB4C166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8.105" v="5955"/>
          <ac:spMkLst>
            <pc:docMk/>
            <pc:sldMk cId="2276905524" sldId="384"/>
            <ac:spMk id="2103" creationId="{630EF251-9D24-D00F-F78B-15656429E45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8.105" v="5955"/>
          <ac:spMkLst>
            <pc:docMk/>
            <pc:sldMk cId="2276905524" sldId="384"/>
            <ac:spMk id="2104" creationId="{0EF80A3D-A935-F1BA-5F9C-38C56BD694A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8.105" v="5955"/>
          <ac:spMkLst>
            <pc:docMk/>
            <pc:sldMk cId="2276905524" sldId="384"/>
            <ac:spMk id="2105" creationId="{4CA5C6EB-0662-8B4E-E725-38EC76B84034}"/>
          </ac:spMkLst>
        </pc:spChg>
        <pc:graphicFrameChg chg="add mod modGraphic">
          <ac:chgData name="Noah Myeong(명노아)[Electronics System Eng. Team]" userId="e7b271c9-48be-4d1f-b039-aca5ad3045c0" providerId="ADAL" clId="{654191C1-F59F-414E-9013-FDAB6047BA66}" dt="2026-06-22T01:11:23.239" v="3477" actId="2711"/>
          <ac:graphicFrameMkLst>
            <pc:docMk/>
            <pc:sldMk cId="2276905524" sldId="384"/>
            <ac:graphicFrameMk id="72" creationId="{FBD5D24A-BC12-BE3D-9085-08A386F10950}"/>
          </ac:graphicFrameMkLst>
        </pc:graphicFrameChg>
        <pc:graphicFrameChg chg="mod modGraphic">
          <ac:chgData name="Noah Myeong(명노아)[Electronics System Eng. Team]" userId="e7b271c9-48be-4d1f-b039-aca5ad3045c0" providerId="ADAL" clId="{654191C1-F59F-414E-9013-FDAB6047BA66}" dt="2026-06-22T05:34:45.762" v="5455"/>
          <ac:graphicFrameMkLst>
            <pc:docMk/>
            <pc:sldMk cId="2276905524" sldId="384"/>
            <ac:graphicFrameMk id="79" creationId="{20D89F75-BA9E-B8B7-AE2F-2482E03C25BF}"/>
          </ac:graphicFrameMkLst>
        </pc:graphicFrameChg>
        <pc:graphicFrameChg chg="add mod modGraphic">
          <ac:chgData name="Noah Myeong(명노아)[Electronics System Eng. Team]" userId="e7b271c9-48be-4d1f-b039-aca5ad3045c0" providerId="ADAL" clId="{654191C1-F59F-414E-9013-FDAB6047BA66}" dt="2026-06-22T01:34:52.508" v="4793" actId="14100"/>
          <ac:graphicFrameMkLst>
            <pc:docMk/>
            <pc:sldMk cId="2276905524" sldId="384"/>
            <ac:graphicFrameMk id="116" creationId="{B4EB446D-7259-EFCB-6442-C53CE88FA944}"/>
          </ac:graphicFrameMkLst>
        </pc:graphicFrameChg>
        <pc:graphicFrameChg chg="add mod modGraphic">
          <ac:chgData name="Noah Myeong(명노아)[Electronics System Eng. Team]" userId="e7b271c9-48be-4d1f-b039-aca5ad3045c0" providerId="ADAL" clId="{654191C1-F59F-414E-9013-FDAB6047BA66}" dt="2026-06-22T01:35:02.578" v="4794" actId="1076"/>
          <ac:graphicFrameMkLst>
            <pc:docMk/>
            <pc:sldMk cId="2276905524" sldId="384"/>
            <ac:graphicFrameMk id="117" creationId="{639B377F-C630-1290-7A4A-9BC26D8FA7B1}"/>
          </ac:graphicFrameMkLst>
        </pc:graphicFrameChg>
        <pc:graphicFrameChg chg="add mod ord modGraphic">
          <ac:chgData name="Noah Myeong(명노아)[Electronics System Eng. Team]" userId="e7b271c9-48be-4d1f-b039-aca5ad3045c0" providerId="ADAL" clId="{654191C1-F59F-414E-9013-FDAB6047BA66}" dt="2026-06-22T01:31:04.817" v="4746"/>
          <ac:graphicFrameMkLst>
            <pc:docMk/>
            <pc:sldMk cId="2276905524" sldId="384"/>
            <ac:graphicFrameMk id="121" creationId="{4600768E-3E94-000A-EA56-CA1DBB66129A}"/>
          </ac:graphicFrameMkLst>
        </pc:graphicFrameChg>
        <pc:graphicFrameChg chg="add del mod">
          <ac:chgData name="Noah Myeong(명노아)[Electronics System Eng. Team]" userId="e7b271c9-48be-4d1f-b039-aca5ad3045c0" providerId="ADAL" clId="{654191C1-F59F-414E-9013-FDAB6047BA66}" dt="2026-06-22T01:30:52.305" v="4743" actId="478"/>
          <ac:graphicFrameMkLst>
            <pc:docMk/>
            <pc:sldMk cId="2276905524" sldId="384"/>
            <ac:graphicFrameMk id="2059" creationId="{681F8C86-3C72-4496-C575-D69C719C66DB}"/>
          </ac:graphicFrameMkLst>
        </pc:graphicFrameChg>
        <pc:picChg chg="add del mod">
          <ac:chgData name="Noah Myeong(명노아)[Electronics System Eng. Team]" userId="e7b271c9-48be-4d1f-b039-aca5ad3045c0" providerId="ADAL" clId="{654191C1-F59F-414E-9013-FDAB6047BA66}" dt="2026-06-22T01:26:33.828" v="4505" actId="1076"/>
          <ac:picMkLst>
            <pc:docMk/>
            <pc:sldMk cId="2276905524" sldId="384"/>
            <ac:picMk id="20" creationId="{E4715505-04B6-3DBE-3EFF-84874707E0B5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26:05.637" v="2105" actId="14100"/>
          <ac:picMkLst>
            <pc:docMk/>
            <pc:sldMk cId="2276905524" sldId="384"/>
            <ac:picMk id="23" creationId="{DFB4E40C-1662-A514-F148-66E137A10135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26:07.974" v="2106" actId="571"/>
          <ac:picMkLst>
            <pc:docMk/>
            <pc:sldMk cId="2276905524" sldId="384"/>
            <ac:picMk id="24" creationId="{0E93232B-023E-3925-1146-8F5289C89CD6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29:29.685" v="2148" actId="1076"/>
          <ac:picMkLst>
            <pc:docMk/>
            <pc:sldMk cId="2276905524" sldId="384"/>
            <ac:picMk id="26" creationId="{AAA8A4E8-F7EC-6A9A-386B-84B6D576E635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29:34.652" v="2150" actId="1076"/>
          <ac:picMkLst>
            <pc:docMk/>
            <pc:sldMk cId="2276905524" sldId="384"/>
            <ac:picMk id="32" creationId="{BF60D9F0-5F09-AA10-F3FA-081A095DFF2A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29:36.638" v="2151" actId="571"/>
          <ac:picMkLst>
            <pc:docMk/>
            <pc:sldMk cId="2276905524" sldId="384"/>
            <ac:picMk id="33" creationId="{41B3D477-84FF-11B1-77CC-37DBF0A967CA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0:30:15.503" v="2159" actId="478"/>
          <ac:picMkLst>
            <pc:docMk/>
            <pc:sldMk cId="2276905524" sldId="384"/>
            <ac:picMk id="34" creationId="{1A033464-5A53-EA58-8C7B-0A40EC7D02B3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0:30:16.002" v="2160" actId="478"/>
          <ac:picMkLst>
            <pc:docMk/>
            <pc:sldMk cId="2276905524" sldId="384"/>
            <ac:picMk id="35" creationId="{09963661-F5FC-F49A-A2D0-E4EA1923221C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5:51:34.732" v="6496" actId="478"/>
          <ac:picMkLst>
            <pc:docMk/>
            <pc:sldMk cId="2276905524" sldId="384"/>
            <ac:picMk id="38" creationId="{E7C1CDE8-7067-E788-4B88-8D8A5A059071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34:34.410" v="4790" actId="1076"/>
          <ac:picMkLst>
            <pc:docMk/>
            <pc:sldMk cId="2276905524" sldId="384"/>
            <ac:picMk id="49" creationId="{0971F01B-FE4B-0B0D-52FE-A7AF4C3BC7A6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38:02.519" v="2532" actId="571"/>
          <ac:picMkLst>
            <pc:docMk/>
            <pc:sldMk cId="2276905524" sldId="384"/>
            <ac:picMk id="54" creationId="{853C3875-7EEC-6E2D-045E-EA39B8129DD9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0:44:19.888" v="2734" actId="478"/>
          <ac:picMkLst>
            <pc:docMk/>
            <pc:sldMk cId="2276905524" sldId="384"/>
            <ac:picMk id="66" creationId="{2983BB43-F3FB-4D84-6B67-CD44D8761B11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34:03.660" v="4780" actId="14100"/>
          <ac:picMkLst>
            <pc:docMk/>
            <pc:sldMk cId="2276905524" sldId="384"/>
            <ac:picMk id="71" creationId="{9D98103C-86E5-D04A-4639-1B113725A76A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0:59:05.808" v="3159" actId="478"/>
          <ac:picMkLst>
            <pc:docMk/>
            <pc:sldMk cId="2276905524" sldId="384"/>
            <ac:picMk id="77" creationId="{7811CC86-5050-8DC8-5298-46579FFCCA5A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00:24.505" v="3184" actId="571"/>
          <ac:picMkLst>
            <pc:docMk/>
            <pc:sldMk cId="2276905524" sldId="384"/>
            <ac:picMk id="80" creationId="{8FB7385B-F93E-A92E-F525-DE834A10B8B2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1:01:45.173" v="3206" actId="478"/>
          <ac:picMkLst>
            <pc:docMk/>
            <pc:sldMk cId="2276905524" sldId="384"/>
            <ac:picMk id="86" creationId="{475A68B8-772C-C8D6-87FB-F1225556CE9E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36:09.951" v="2437" actId="1076"/>
          <ac:picMkLst>
            <pc:docMk/>
            <pc:sldMk cId="2276905524" sldId="384"/>
            <ac:picMk id="2050" creationId="{6D130D17-3536-3AAD-9E10-A5367E374F59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0:36:32.357" v="2443" actId="1076"/>
          <ac:picMkLst>
            <pc:docMk/>
            <pc:sldMk cId="2276905524" sldId="384"/>
            <ac:picMk id="2052" creationId="{27376318-7A60-F8D1-F6CE-D4658FAAAF03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34:26.823" v="4788" actId="1076"/>
          <ac:picMkLst>
            <pc:docMk/>
            <pc:sldMk cId="2276905524" sldId="384"/>
            <ac:picMk id="2054" creationId="{176DEDE8-1EF2-3D0D-B4DA-9BA19613CC69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34:16.809" v="4783" actId="1076"/>
          <ac:picMkLst>
            <pc:docMk/>
            <pc:sldMk cId="2276905524" sldId="384"/>
            <ac:picMk id="2056" creationId="{C57EB663-FC6C-149C-D7C5-A591FE570B1F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30:24.505" v="4737" actId="14100"/>
          <ac:picMkLst>
            <pc:docMk/>
            <pc:sldMk cId="2276905524" sldId="384"/>
            <ac:picMk id="2057" creationId="{D04851A1-A4FE-45CC-B62E-C74762D307CD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0:47:38.651" v="2801" actId="478"/>
          <ac:picMkLst>
            <pc:docMk/>
            <pc:sldMk cId="2276905524" sldId="384"/>
            <ac:picMk id="2058" creationId="{C8CEC279-1175-2272-7468-5D7840BFDE44}"/>
          </ac:picMkLst>
        </pc:picChg>
        <pc:picChg chg="add del mod">
          <ac:chgData name="Noah Myeong(명노아)[Electronics System Eng. Team]" userId="e7b271c9-48be-4d1f-b039-aca5ad3045c0" providerId="ADAL" clId="{654191C1-F59F-414E-9013-FDAB6047BA66}" dt="2026-06-22T00:48:06.711" v="2826" actId="21"/>
          <ac:picMkLst>
            <pc:docMk/>
            <pc:sldMk cId="2276905524" sldId="384"/>
            <ac:picMk id="2060" creationId="{9D98103C-86E5-D04A-4639-1B113725A76A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00:22.920" v="3183" actId="1076"/>
          <ac:picMkLst>
            <pc:docMk/>
            <pc:sldMk cId="2276905524" sldId="384"/>
            <ac:picMk id="2062" creationId="{00AD158E-FE01-51CF-B2A9-845406491F46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26:56.291" v="4516" actId="1076"/>
          <ac:picMkLst>
            <pc:docMk/>
            <pc:sldMk cId="2276905524" sldId="384"/>
            <ac:picMk id="2064" creationId="{07F21A37-7813-DB94-87DE-E4AE42774456}"/>
          </ac:picMkLst>
        </pc:picChg>
        <pc:picChg chg="add del">
          <ac:chgData name="Noah Myeong(명노아)[Electronics System Eng. Team]" userId="e7b271c9-48be-4d1f-b039-aca5ad3045c0" providerId="ADAL" clId="{654191C1-F59F-414E-9013-FDAB6047BA66}" dt="2026-06-22T01:33:11.743" v="4767" actId="478"/>
          <ac:picMkLst>
            <pc:docMk/>
            <pc:sldMk cId="2276905524" sldId="384"/>
            <ac:picMk id="2097" creationId="{770CDBEE-DCFB-4DEC-70C0-90F12427648B}"/>
          </ac:picMkLst>
        </pc:pic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94" creationId="{B8E68B22-EA0B-F389-C866-420545191502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96" creationId="{BB1B34CB-8588-89DD-BD7A-FD5122FE0344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97" creationId="{484B51C7-748B-52CB-388C-9ACD89601BBA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98" creationId="{74383090-0175-8EA6-C01A-70B2BC896D6F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05:14.191" v="3250" actId="571"/>
          <ac:cxnSpMkLst>
            <pc:docMk/>
            <pc:sldMk cId="2276905524" sldId="384"/>
            <ac:cxnSpMk id="99" creationId="{37BE3EF3-8A53-A174-EAB9-0748A1BCC2F3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100" creationId="{05311360-27B1-BC72-D94E-07A81C6D2EDE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101" creationId="{944060F6-C389-5B48-1222-357498DA5404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102" creationId="{473E2AD4-44F9-B7FE-9447-814F8879AC09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109" creationId="{824C0408-6693-DAE4-10C3-C8E47DDA9FF4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110" creationId="{2B10CB61-8546-7C4F-1406-CDBE10EB9867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1:08:57.026" v="3343" actId="478"/>
          <ac:cxnSpMkLst>
            <pc:docMk/>
            <pc:sldMk cId="2276905524" sldId="384"/>
            <ac:cxnSpMk id="111" creationId="{5AC312F1-80D1-776E-3213-9982E333F106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1:08:57.026" v="3343" actId="478"/>
          <ac:cxnSpMkLst>
            <pc:docMk/>
            <pc:sldMk cId="2276905524" sldId="384"/>
            <ac:cxnSpMk id="112" creationId="{9F309199-BF42-4925-6BC1-2C61EF4FCE18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1:08:57.026" v="3343" actId="478"/>
          <ac:cxnSpMkLst>
            <pc:docMk/>
            <pc:sldMk cId="2276905524" sldId="384"/>
            <ac:cxnSpMk id="113" creationId="{28893A7C-7032-803D-51EF-7233D0B3B015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1:08:57.026" v="3343" actId="478"/>
          <ac:cxnSpMkLst>
            <pc:docMk/>
            <pc:sldMk cId="2276905524" sldId="384"/>
            <ac:cxnSpMk id="114" creationId="{23E39457-DA8A-382E-FDB2-DC36A06D2D60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32:35.094" v="4760" actId="14100"/>
          <ac:cxnSpMkLst>
            <pc:docMk/>
            <pc:sldMk cId="2276905524" sldId="384"/>
            <ac:cxnSpMk id="115" creationId="{99C24462-8155-E415-713A-8ADE9FFE36CE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1:27:23.391" v="4520" actId="1076"/>
          <ac:cxnSpMkLst>
            <pc:docMk/>
            <pc:sldMk cId="2276905524" sldId="384"/>
            <ac:cxnSpMk id="127" creationId="{C1DC5CFB-40BD-5A68-29C7-E736D2D3D73B}"/>
          </ac:cxnSpMkLst>
        </pc:cxnChg>
      </pc:sldChg>
      <pc:sldChg chg="addSp modSp add mod">
        <pc:chgData name="Noah Myeong(명노아)[Electronics System Eng. Team]" userId="e7b271c9-48be-4d1f-b039-aca5ad3045c0" providerId="ADAL" clId="{654191C1-F59F-414E-9013-FDAB6047BA66}" dt="2026-06-22T05:46:45.999" v="5954"/>
        <pc:sldMkLst>
          <pc:docMk/>
          <pc:sldMk cId="3849822551" sldId="385"/>
        </pc:sldMkLst>
        <pc:spChg chg="add mod">
          <ac:chgData name="Noah Myeong(명노아)[Electronics System Eng. Team]" userId="e7b271c9-48be-4d1f-b039-aca5ad3045c0" providerId="ADAL" clId="{654191C1-F59F-414E-9013-FDAB6047BA66}" dt="2026-06-22T00:18:49.030" v="1737" actId="208"/>
          <ac:spMkLst>
            <pc:docMk/>
            <pc:sldMk cId="3849822551" sldId="385"/>
            <ac:spMk id="2" creationId="{D6DEC179-9F14-713B-3092-67F31722AA4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7:10.227" v="4518"/>
          <ac:spMkLst>
            <pc:docMk/>
            <pc:sldMk cId="3849822551" sldId="385"/>
            <ac:spMk id="4" creationId="{EEAD2396-F7DC-4E0B-0631-F037CCEAAA5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27:10.227" v="4518"/>
          <ac:spMkLst>
            <pc:docMk/>
            <pc:sldMk cId="3849822551" sldId="385"/>
            <ac:spMk id="5" creationId="{595C451D-E14C-A697-ADCE-2F4A3F2E406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5.999" v="5954"/>
          <ac:spMkLst>
            <pc:docMk/>
            <pc:sldMk cId="3849822551" sldId="385"/>
            <ac:spMk id="6" creationId="{D5A91BFF-3830-D567-E0D8-7F51A4B9F26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5.999" v="5954"/>
          <ac:spMkLst>
            <pc:docMk/>
            <pc:sldMk cId="3849822551" sldId="385"/>
            <ac:spMk id="7" creationId="{77C765EF-ECE9-D343-8289-D3101456EE5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5.999" v="5954"/>
          <ac:spMkLst>
            <pc:docMk/>
            <pc:sldMk cId="3849822551" sldId="385"/>
            <ac:spMk id="8" creationId="{41BA64FA-03C7-71B4-E50C-97C369BFE2E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45.999" v="5954"/>
          <ac:spMkLst>
            <pc:docMk/>
            <pc:sldMk cId="3849822551" sldId="385"/>
            <ac:spMk id="9" creationId="{5CB39964-4987-AFCF-AF8B-5348BEB62994}"/>
          </ac:spMkLst>
        </pc:spChg>
        <pc:picChg chg="add mod">
          <ac:chgData name="Noah Myeong(명노아)[Electronics System Eng. Team]" userId="e7b271c9-48be-4d1f-b039-aca5ad3045c0" providerId="ADAL" clId="{654191C1-F59F-414E-9013-FDAB6047BA66}" dt="2026-06-22T00:19:26.411" v="1745" actId="1076"/>
          <ac:picMkLst>
            <pc:docMk/>
            <pc:sldMk cId="3849822551" sldId="385"/>
            <ac:picMk id="1026" creationId="{BECC1D0B-29B7-EC5F-5B8A-C891F93DB6E1}"/>
          </ac:picMkLst>
        </pc:picChg>
        <pc:cxnChg chg="add mod">
          <ac:chgData name="Noah Myeong(명노아)[Electronics System Eng. Team]" userId="e7b271c9-48be-4d1f-b039-aca5ad3045c0" providerId="ADAL" clId="{654191C1-F59F-414E-9013-FDAB6047BA66}" dt="2026-06-22T01:27:10.227" v="4518"/>
          <ac:cxnSpMkLst>
            <pc:docMk/>
            <pc:sldMk cId="3849822551" sldId="385"/>
            <ac:cxnSpMk id="3" creationId="{9B705E23-3636-4CAE-B98B-F47B68F45737}"/>
          </ac:cxnSpMkLst>
        </pc:cxnChg>
      </pc:sldChg>
      <pc:sldChg chg="addSp delSp modSp add mod">
        <pc:chgData name="Noah Myeong(명노아)[Electronics System Eng. Team]" userId="e7b271c9-48be-4d1f-b039-aca5ad3045c0" providerId="ADAL" clId="{654191C1-F59F-414E-9013-FDAB6047BA66}" dt="2026-06-22T05:56:30.178" v="7063" actId="1076"/>
        <pc:sldMkLst>
          <pc:docMk/>
          <pc:sldMk cId="1938517163" sldId="386"/>
        </pc:sldMkLst>
        <pc:spChg chg="add mod">
          <ac:chgData name="Noah Myeong(명노아)[Electronics System Eng. Team]" userId="e7b271c9-48be-4d1f-b039-aca5ad3045c0" providerId="ADAL" clId="{654191C1-F59F-414E-9013-FDAB6047BA66}" dt="2026-06-22T01:39:27.670" v="4831" actId="207"/>
          <ac:spMkLst>
            <pc:docMk/>
            <pc:sldMk cId="1938517163" sldId="386"/>
            <ac:spMk id="3" creationId="{B7145CAC-2464-6F80-0B00-CE6487A7304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39:48.917" v="4838" actId="1076"/>
          <ac:spMkLst>
            <pc:docMk/>
            <pc:sldMk cId="1938517163" sldId="386"/>
            <ac:spMk id="4" creationId="{B857D8F5-E93B-F03E-5E69-16370E9BCB6A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1:40:19.324" v="4862" actId="478"/>
          <ac:spMkLst>
            <pc:docMk/>
            <pc:sldMk cId="1938517163" sldId="386"/>
            <ac:spMk id="5" creationId="{F240EC73-3522-8E7A-0BCD-10A357479D1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40:32.210" v="4865" actId="571"/>
          <ac:spMkLst>
            <pc:docMk/>
            <pc:sldMk cId="1938517163" sldId="386"/>
            <ac:spMk id="25" creationId="{642B8E5F-343C-38EE-F2EE-959FC625E477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2:42:29.160" v="4996" actId="20577"/>
          <ac:spMkLst>
            <pc:docMk/>
            <pc:sldMk cId="1938517163" sldId="386"/>
            <ac:spMk id="28" creationId="{2CC99CE0-436C-46B5-727D-8AA9BC85F53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40:42.399" v="4868" actId="14100"/>
          <ac:spMkLst>
            <pc:docMk/>
            <pc:sldMk cId="1938517163" sldId="386"/>
            <ac:spMk id="34" creationId="{01DA841A-9B41-6FBE-13D9-0AED18115C9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41:15.987" v="4879" actId="1076"/>
          <ac:spMkLst>
            <pc:docMk/>
            <pc:sldMk cId="1938517163" sldId="386"/>
            <ac:spMk id="35" creationId="{CA45C491-0A2B-C986-4CF1-12DD5BEAC949}"/>
          </ac:spMkLst>
        </pc:spChg>
        <pc:spChg chg="del">
          <ac:chgData name="Noah Myeong(명노아)[Electronics System Eng. Team]" userId="e7b271c9-48be-4d1f-b039-aca5ad3045c0" providerId="ADAL" clId="{654191C1-F59F-414E-9013-FDAB6047BA66}" dt="2026-06-22T05:51:40.790" v="6498" actId="478"/>
          <ac:spMkLst>
            <pc:docMk/>
            <pc:sldMk cId="1938517163" sldId="386"/>
            <ac:spMk id="39" creationId="{AFC838AE-6AA9-8095-9209-533DD5712CF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1:57:55.732" v="4888" actId="1076"/>
          <ac:spMkLst>
            <pc:docMk/>
            <pc:sldMk cId="1938517163" sldId="386"/>
            <ac:spMk id="61" creationId="{F3D87EDC-3495-7877-A8FD-99D30DEF269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08:12.786" v="4898" actId="207"/>
          <ac:spMkLst>
            <pc:docMk/>
            <pc:sldMk cId="1938517163" sldId="386"/>
            <ac:spMk id="77" creationId="{B161F012-FA76-1526-8AE0-607DEC2E26A9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1:57:41.723" v="4884" actId="208"/>
          <ac:spMkLst>
            <pc:docMk/>
            <pc:sldMk cId="1938517163" sldId="386"/>
            <ac:spMk id="81" creationId="{6CAE20C8-AE0D-5BDB-9E39-B5BC70BEC3E7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1:57:41.723" v="4884" actId="208"/>
          <ac:spMkLst>
            <pc:docMk/>
            <pc:sldMk cId="1938517163" sldId="386"/>
            <ac:spMk id="83" creationId="{1C8EB750-89F8-0B9A-ABFA-5917EB0E982B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2:42:53.961" v="5009" actId="1076"/>
          <ac:spMkLst>
            <pc:docMk/>
            <pc:sldMk cId="1938517163" sldId="386"/>
            <ac:spMk id="84" creationId="{BE241B23-7357-B343-1C5B-A3CB09178116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1:57:41.723" v="4884" actId="208"/>
          <ac:spMkLst>
            <pc:docMk/>
            <pc:sldMk cId="1938517163" sldId="386"/>
            <ac:spMk id="85" creationId="{EED861B5-FC2D-9E5F-DBF0-3F6DA274E04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08:15.092" v="4899" actId="571"/>
          <ac:spMkLst>
            <pc:docMk/>
            <pc:sldMk cId="1938517163" sldId="386"/>
            <ac:spMk id="86" creationId="{CF55DECC-7B96-8CB2-9A50-B4912961510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08:20.925" v="4903" actId="14100"/>
          <ac:spMkLst>
            <pc:docMk/>
            <pc:sldMk cId="1938517163" sldId="386"/>
            <ac:spMk id="87" creationId="{FA64D2FF-2CBD-93B0-D48B-5A328C92DE7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08:30.471" v="4908" actId="1076"/>
          <ac:spMkLst>
            <pc:docMk/>
            <pc:sldMk cId="1938517163" sldId="386"/>
            <ac:spMk id="88" creationId="{82CC7ADB-218A-CFEA-4757-51AC81B781C7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1:57:41.723" v="4884" actId="208"/>
          <ac:spMkLst>
            <pc:docMk/>
            <pc:sldMk cId="1938517163" sldId="386"/>
            <ac:spMk id="89" creationId="{A36DAEFB-F5D7-3BD0-7370-36D23D6D9038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5:23:04.437" v="5263" actId="207"/>
          <ac:spMkLst>
            <pc:docMk/>
            <pc:sldMk cId="1938517163" sldId="386"/>
            <ac:spMk id="91" creationId="{B81D0B56-388A-D54C-EC8E-8D8517D9690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56:30.178" v="7063" actId="1076"/>
          <ac:spMkLst>
            <pc:docMk/>
            <pc:sldMk cId="1938517163" sldId="386"/>
            <ac:spMk id="93" creationId="{0BF66A31-8711-5B6C-F747-A1EBC24D38F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2:22.821" v="4914" actId="1076"/>
          <ac:spMkLst>
            <pc:docMk/>
            <pc:sldMk cId="1938517163" sldId="386"/>
            <ac:spMk id="95" creationId="{D71AC69C-2B43-C2A6-6914-2AA495E9BA6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21.299" v="4923" actId="207"/>
          <ac:spMkLst>
            <pc:docMk/>
            <pc:sldMk cId="1938517163" sldId="386"/>
            <ac:spMk id="113" creationId="{CC12BE40-1D95-D3A4-B081-33310042E70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27.846" v="4926" actId="14100"/>
          <ac:spMkLst>
            <pc:docMk/>
            <pc:sldMk cId="1938517163" sldId="386"/>
            <ac:spMk id="114" creationId="{36F361E4-F6A0-371F-7D79-95F24D8DD56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31.797" v="4929" actId="14100"/>
          <ac:spMkLst>
            <pc:docMk/>
            <pc:sldMk cId="1938517163" sldId="386"/>
            <ac:spMk id="120" creationId="{BDC26EA0-48C7-1818-2C0C-7FE0F6A7BA17}"/>
          </ac:spMkLst>
        </pc:spChg>
        <pc:spChg chg="mod">
          <ac:chgData name="Noah Myeong(명노아)[Electronics System Eng. Team]" userId="e7b271c9-48be-4d1f-b039-aca5ad3045c0" providerId="ADAL" clId="{654191C1-F59F-414E-9013-FDAB6047BA66}" dt="2026-06-22T01:57:41.723" v="4884" actId="208"/>
          <ac:spMkLst>
            <pc:docMk/>
            <pc:sldMk cId="1938517163" sldId="386"/>
            <ac:spMk id="122" creationId="{BA62B67C-C59C-8E2A-2535-B8A263BA2C3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36.002" v="4932" actId="14100"/>
          <ac:spMkLst>
            <pc:docMk/>
            <pc:sldMk cId="1938517163" sldId="386"/>
            <ac:spMk id="2055" creationId="{55733FBD-73E6-7AF0-B6A9-8CDF76C59A2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37.372" v="4933" actId="571"/>
          <ac:spMkLst>
            <pc:docMk/>
            <pc:sldMk cId="1938517163" sldId="386"/>
            <ac:spMk id="2058" creationId="{57ED1137-CE13-0FAD-F987-14E81DB9414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42.996" v="4936" actId="14100"/>
          <ac:spMkLst>
            <pc:docMk/>
            <pc:sldMk cId="1938517163" sldId="386"/>
            <ac:spMk id="2059" creationId="{5623B3EE-B4D1-BDC2-CD83-6F4CE92DF07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50.458" v="4939" actId="14100"/>
          <ac:spMkLst>
            <pc:docMk/>
            <pc:sldMk cId="1938517163" sldId="386"/>
            <ac:spMk id="2060" creationId="{798EBC81-1997-18E7-983D-89BCBA6539D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54.340" v="4942" actId="14100"/>
          <ac:spMkLst>
            <pc:docMk/>
            <pc:sldMk cId="1938517163" sldId="386"/>
            <ac:spMk id="2061" creationId="{FF47F73E-6B4F-04F4-E106-7C505567B76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8:58.260" v="4945" actId="14100"/>
          <ac:spMkLst>
            <pc:docMk/>
            <pc:sldMk cId="1938517163" sldId="386"/>
            <ac:spMk id="2063" creationId="{77E5BB48-488D-F2F6-E95D-6A973F5A0DC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9:01.979" v="4948" actId="14100"/>
          <ac:spMkLst>
            <pc:docMk/>
            <pc:sldMk cId="1938517163" sldId="386"/>
            <ac:spMk id="2065" creationId="{4674B7D0-BA23-E8A3-7E53-4FA157A215F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9:04.464" v="4950" actId="1076"/>
          <ac:spMkLst>
            <pc:docMk/>
            <pc:sldMk cId="1938517163" sldId="386"/>
            <ac:spMk id="2066" creationId="{7CA80F12-37A7-A190-AF2D-7B448D303F0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39:21.708" v="4957" actId="14100"/>
          <ac:spMkLst>
            <pc:docMk/>
            <pc:sldMk cId="1938517163" sldId="386"/>
            <ac:spMk id="2067" creationId="{B65DBF9B-BCCC-00D1-72BC-CBB6C9E4AFC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38.747" v="4965" actId="571"/>
          <ac:spMkLst>
            <pc:docMk/>
            <pc:sldMk cId="1938517163" sldId="386"/>
            <ac:spMk id="2068" creationId="{CCCA6166-FA83-3C4C-1B61-D394705FA3B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41.255" v="4967" actId="1076"/>
          <ac:spMkLst>
            <pc:docMk/>
            <pc:sldMk cId="1938517163" sldId="386"/>
            <ac:spMk id="2069" creationId="{386D9C50-8F57-9783-BEFA-AE3A167EBAD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44.961" v="4969" actId="14100"/>
          <ac:spMkLst>
            <pc:docMk/>
            <pc:sldMk cId="1938517163" sldId="386"/>
            <ac:spMk id="2070" creationId="{0E908C63-9E81-20E9-215E-5815CD6BDB4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49.573" v="4972" actId="14100"/>
          <ac:spMkLst>
            <pc:docMk/>
            <pc:sldMk cId="1938517163" sldId="386"/>
            <ac:spMk id="2071" creationId="{B09C3ABE-F643-B6D5-7E6F-D3D8BCE7DCC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53.774" v="4975" actId="14100"/>
          <ac:spMkLst>
            <pc:docMk/>
            <pc:sldMk cId="1938517163" sldId="386"/>
            <ac:spMk id="2072" creationId="{41D01711-B45A-AAF8-E8B6-39CF372C6DF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56.214" v="4977" actId="1076"/>
          <ac:spMkLst>
            <pc:docMk/>
            <pc:sldMk cId="1938517163" sldId="386"/>
            <ac:spMk id="2073" creationId="{797EDB25-347C-F098-EAA0-6EAB5DA8558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0:59.920" v="4980" actId="14100"/>
          <ac:spMkLst>
            <pc:docMk/>
            <pc:sldMk cId="1938517163" sldId="386"/>
            <ac:spMk id="2074" creationId="{B90F4E44-FC23-86AE-44C5-FDE1E927DCB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1:03.725" v="4983" actId="14100"/>
          <ac:spMkLst>
            <pc:docMk/>
            <pc:sldMk cId="1938517163" sldId="386"/>
            <ac:spMk id="2075" creationId="{C7D10A57-0429-2C43-0CF3-FB03C32470D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1:05.868" v="4985" actId="1076"/>
          <ac:spMkLst>
            <pc:docMk/>
            <pc:sldMk cId="1938517163" sldId="386"/>
            <ac:spMk id="2076" creationId="{3E66464A-D3EF-2313-8CBC-0CB55F5D386C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51:38.670" v="6497" actId="478"/>
          <ac:spMkLst>
            <pc:docMk/>
            <pc:sldMk cId="1938517163" sldId="386"/>
            <ac:spMk id="2077" creationId="{B84EBA0D-5C0A-0083-8591-B5D1D2536EB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1:15.740" v="4991" actId="14100"/>
          <ac:spMkLst>
            <pc:docMk/>
            <pc:sldMk cId="1938517163" sldId="386"/>
            <ac:spMk id="2078" creationId="{F30288E9-1CCF-223F-5F27-964EE28C89E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1:19.651" v="4994" actId="14100"/>
          <ac:spMkLst>
            <pc:docMk/>
            <pc:sldMk cId="1938517163" sldId="386"/>
            <ac:spMk id="2079" creationId="{C9C02AEA-74B0-8129-0188-007AF2AD12D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41.256" v="5001" actId="14100"/>
          <ac:spMkLst>
            <pc:docMk/>
            <pc:sldMk cId="1938517163" sldId="386"/>
            <ac:spMk id="2080" creationId="{4985D5DB-76CA-ABB7-5DED-21176843193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43.228" v="5002" actId="571"/>
          <ac:spMkLst>
            <pc:docMk/>
            <pc:sldMk cId="1938517163" sldId="386"/>
            <ac:spMk id="2081" creationId="{728AD27F-77A2-1F18-30AC-1432E84C101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45.292" v="5003" actId="571"/>
          <ac:spMkLst>
            <pc:docMk/>
            <pc:sldMk cId="1938517163" sldId="386"/>
            <ac:spMk id="2082" creationId="{0F6253F5-EA12-C7DE-C6F2-E817BE8EBD9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47.416" v="5004" actId="571"/>
          <ac:spMkLst>
            <pc:docMk/>
            <pc:sldMk cId="1938517163" sldId="386"/>
            <ac:spMk id="2083" creationId="{A6E8A782-D84E-1257-639D-530D6C3A2CC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56.629" v="5010" actId="1076"/>
          <ac:spMkLst>
            <pc:docMk/>
            <pc:sldMk cId="1938517163" sldId="386"/>
            <ac:spMk id="2084" creationId="{D7490E40-68B3-5FAD-547E-FD58EF241E4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51.942" v="5007" actId="571"/>
          <ac:spMkLst>
            <pc:docMk/>
            <pc:sldMk cId="1938517163" sldId="386"/>
            <ac:spMk id="2085" creationId="{FCEB120E-8A31-AE66-7C92-D5F9B29EFFC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2:51.942" v="5007" actId="571"/>
          <ac:spMkLst>
            <pc:docMk/>
            <pc:sldMk cId="1938517163" sldId="386"/>
            <ac:spMk id="2086" creationId="{1601D7A8-7E17-5683-B957-27A93434686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51:42.929" v="6500" actId="20577"/>
          <ac:spMkLst>
            <pc:docMk/>
            <pc:sldMk cId="1938517163" sldId="386"/>
            <ac:spMk id="2087" creationId="{65D331DD-BD68-EB82-95ED-38BEEC95305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2:27.234" v="5095" actId="208"/>
          <ac:spMkLst>
            <pc:docMk/>
            <pc:sldMk cId="1938517163" sldId="386"/>
            <ac:spMk id="2088" creationId="{0542CCB3-7127-E52A-1510-120A07C7D42A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2:44:38.727" v="5093" actId="478"/>
          <ac:spMkLst>
            <pc:docMk/>
            <pc:sldMk cId="1938517163" sldId="386"/>
            <ac:spMk id="2091" creationId="{4C60FCBA-F907-5E16-E059-AEB89DD3C41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4:35.537" v="5089" actId="1076"/>
          <ac:spMkLst>
            <pc:docMk/>
            <pc:sldMk cId="1938517163" sldId="386"/>
            <ac:spMk id="2092" creationId="{9143CE00-29B6-1A11-0B20-5BFBFE23CF9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2:44:34.807" v="5087" actId="1076"/>
          <ac:spMkLst>
            <pc:docMk/>
            <pc:sldMk cId="1938517163" sldId="386"/>
            <ac:spMk id="2093" creationId="{54BC993E-F848-D177-7089-059D26A23A4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2:34.248" v="5098" actId="14100"/>
          <ac:spMkLst>
            <pc:docMk/>
            <pc:sldMk cId="1938517163" sldId="386"/>
            <ac:spMk id="2094" creationId="{C4E58983-AD90-9BA6-29A1-0AB715BFCB3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2:41.722" v="5101" actId="14100"/>
          <ac:spMkLst>
            <pc:docMk/>
            <pc:sldMk cId="1938517163" sldId="386"/>
            <ac:spMk id="2095" creationId="{AFF31814-578A-8AD5-58AA-117696A43E37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2:46.702" v="5104" actId="14100"/>
          <ac:spMkLst>
            <pc:docMk/>
            <pc:sldMk cId="1938517163" sldId="386"/>
            <ac:spMk id="2096" creationId="{E9FC7136-ADB4-5704-A8D3-97837741C86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2:56.079" v="5107" actId="14100"/>
          <ac:spMkLst>
            <pc:docMk/>
            <pc:sldMk cId="1938517163" sldId="386"/>
            <ac:spMk id="2097" creationId="{2F8139CE-3042-B8DE-F540-975DBDDC86D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3:25.019" v="5112" actId="20577"/>
          <ac:spMkLst>
            <pc:docMk/>
            <pc:sldMk cId="1938517163" sldId="386"/>
            <ac:spMk id="2098" creationId="{6AE64A5E-F835-C326-D271-79DAC15901C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5:12.890" v="5117" actId="208"/>
          <ac:spMkLst>
            <pc:docMk/>
            <pc:sldMk cId="1938517163" sldId="386"/>
            <ac:spMk id="2101" creationId="{9E158FD8-DCE6-E32D-37A5-C59355E9B7A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5:20.295" v="5120" actId="14100"/>
          <ac:spMkLst>
            <pc:docMk/>
            <pc:sldMk cId="1938517163" sldId="386"/>
            <ac:spMk id="2102" creationId="{4DE52957-0F9A-8214-5B92-69C1605086E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5:24.883" v="5122" actId="14100"/>
          <ac:spMkLst>
            <pc:docMk/>
            <pc:sldMk cId="1938517163" sldId="386"/>
            <ac:spMk id="2103" creationId="{4C701D3C-280F-80F6-E5CC-34FA356A470D}"/>
          </ac:spMkLst>
        </pc:spChg>
        <pc:spChg chg="add mod ord">
          <ac:chgData name="Noah Myeong(명노아)[Electronics System Eng. Team]" userId="e7b271c9-48be-4d1f-b039-aca5ad3045c0" providerId="ADAL" clId="{654191C1-F59F-414E-9013-FDAB6047BA66}" dt="2026-06-22T05:05:50.476" v="5258" actId="1076"/>
          <ac:spMkLst>
            <pc:docMk/>
            <pc:sldMk cId="1938517163" sldId="386"/>
            <ac:spMk id="2104" creationId="{5F4FA6E9-6BC4-DCAE-F3F3-EED1D2B30A7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05:56.209" v="5261" actId="20577"/>
          <ac:spMkLst>
            <pc:docMk/>
            <pc:sldMk cId="1938517163" sldId="386"/>
            <ac:spMk id="2105" creationId="{1FF91EC6-27D6-9B18-3045-66E82852E87D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23:08.480" v="5266" actId="478"/>
          <ac:spMkLst>
            <pc:docMk/>
            <pc:sldMk cId="1938517163" sldId="386"/>
            <ac:spMk id="2106" creationId="{CA6588F4-F03A-D4C8-307C-886874C0221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26:40.542" v="5276" actId="20577"/>
          <ac:spMkLst>
            <pc:docMk/>
            <pc:sldMk cId="1938517163" sldId="386"/>
            <ac:spMk id="2107" creationId="{28D8C4C3-5581-27D6-44E2-ADF3A2F01B4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26:44.935" v="5279" actId="20577"/>
          <ac:spMkLst>
            <pc:docMk/>
            <pc:sldMk cId="1938517163" sldId="386"/>
            <ac:spMk id="2110" creationId="{B5B03EA7-75A7-579B-CB62-A2E1AAD052E3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32:17.562" v="5289" actId="478"/>
          <ac:spMkLst>
            <pc:docMk/>
            <pc:sldMk cId="1938517163" sldId="386"/>
            <ac:spMk id="2111" creationId="{21092492-340A-DD5F-37D4-043A455B9F1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2:12.032" v="5286" actId="14100"/>
          <ac:spMkLst>
            <pc:docMk/>
            <pc:sldMk cId="1938517163" sldId="386"/>
            <ac:spMk id="2112" creationId="{D4CB4D15-B5D7-E10D-FAEE-3A0C599FCDD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2:26.252" v="5292" actId="14100"/>
          <ac:spMkLst>
            <pc:docMk/>
            <pc:sldMk cId="1938517163" sldId="386"/>
            <ac:spMk id="2113" creationId="{E91592EB-D021-8724-CDDD-8193651E80A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3:59.356" v="5414" actId="20577"/>
          <ac:spMkLst>
            <pc:docMk/>
            <pc:sldMk cId="1938517163" sldId="386"/>
            <ac:spMk id="2117" creationId="{25C1E541-80BB-C24E-8E89-DD7AAA0F58A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2.683" v="5957"/>
          <ac:spMkLst>
            <pc:docMk/>
            <pc:sldMk cId="1938517163" sldId="386"/>
            <ac:spMk id="2118" creationId="{3D849B3C-66B4-3A67-3D88-557302A3848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2.683" v="5957"/>
          <ac:spMkLst>
            <pc:docMk/>
            <pc:sldMk cId="1938517163" sldId="386"/>
            <ac:spMk id="2119" creationId="{64839E62-1A96-9432-5282-23FA6A5DEED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2.683" v="5957"/>
          <ac:spMkLst>
            <pc:docMk/>
            <pc:sldMk cId="1938517163" sldId="386"/>
            <ac:spMk id="2120" creationId="{DCB414FA-8F6D-90E0-4B16-54CA05FB64C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2.683" v="5957"/>
          <ac:spMkLst>
            <pc:docMk/>
            <pc:sldMk cId="1938517163" sldId="386"/>
            <ac:spMk id="2121" creationId="{54A67D4A-29D5-E844-8047-B85D38BE648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51:45.853" v="6502" actId="20577"/>
          <ac:spMkLst>
            <pc:docMk/>
            <pc:sldMk cId="1938517163" sldId="386"/>
            <ac:spMk id="2125" creationId="{AF7371BA-D8BF-D538-7912-01A4BC6BF43C}"/>
          </ac:spMkLst>
        </pc:spChg>
        <pc:graphicFrameChg chg="modGraphic">
          <ac:chgData name="Noah Myeong(명노아)[Electronics System Eng. Team]" userId="e7b271c9-48be-4d1f-b039-aca5ad3045c0" providerId="ADAL" clId="{654191C1-F59F-414E-9013-FDAB6047BA66}" dt="2026-06-22T02:04:23.949" v="4892" actId="207"/>
          <ac:graphicFrameMkLst>
            <pc:docMk/>
            <pc:sldMk cId="1938517163" sldId="386"/>
            <ac:graphicFrameMk id="72" creationId="{B2F06B5E-D856-0AC0-82EA-3C19120BE688}"/>
          </ac:graphicFrameMkLst>
        </pc:graphicFrameChg>
        <pc:graphicFrameChg chg="modGraphic">
          <ac:chgData name="Noah Myeong(명노아)[Electronics System Eng. Team]" userId="e7b271c9-48be-4d1f-b039-aca5ad3045c0" providerId="ADAL" clId="{654191C1-F59F-414E-9013-FDAB6047BA66}" dt="2026-06-22T01:39:54.396" v="4842" actId="20577"/>
          <ac:graphicFrameMkLst>
            <pc:docMk/>
            <pc:sldMk cId="1938517163" sldId="386"/>
            <ac:graphicFrameMk id="79" creationId="{0B63576B-527B-3A69-AF77-5CD6BC5B52E2}"/>
          </ac:graphicFrameMkLst>
        </pc:graphicFrameChg>
        <pc:graphicFrameChg chg="modGraphic">
          <ac:chgData name="Noah Myeong(명노아)[Electronics System Eng. Team]" userId="e7b271c9-48be-4d1f-b039-aca5ad3045c0" providerId="ADAL" clId="{654191C1-F59F-414E-9013-FDAB6047BA66}" dt="2026-06-22T02:04:29.416" v="4893" actId="207"/>
          <ac:graphicFrameMkLst>
            <pc:docMk/>
            <pc:sldMk cId="1938517163" sldId="386"/>
            <ac:graphicFrameMk id="117" creationId="{D25D41B6-BBA7-4427-85F5-283E9AB851EF}"/>
          </ac:graphicFrameMkLst>
        </pc:graphicFrameChg>
        <pc:picChg chg="add mod modCrop">
          <ac:chgData name="Noah Myeong(명노아)[Electronics System Eng. Team]" userId="e7b271c9-48be-4d1f-b039-aca5ad3045c0" providerId="ADAL" clId="{654191C1-F59F-414E-9013-FDAB6047BA66}" dt="2026-06-22T01:40:28.644" v="4864" actId="1076"/>
          <ac:picMkLst>
            <pc:docMk/>
            <pc:sldMk cId="1938517163" sldId="386"/>
            <ac:picMk id="22" creationId="{55645044-0629-6914-B6DD-351B6A884518}"/>
          </ac:picMkLst>
        </pc:picChg>
        <pc:picChg chg="del">
          <ac:chgData name="Noah Myeong(명노아)[Electronics System Eng. Team]" userId="e7b271c9-48be-4d1f-b039-aca5ad3045c0" providerId="ADAL" clId="{654191C1-F59F-414E-9013-FDAB6047BA66}" dt="2026-06-22T05:51:38.670" v="6497" actId="478"/>
          <ac:picMkLst>
            <pc:docMk/>
            <pc:sldMk cId="1938517163" sldId="386"/>
            <ac:picMk id="38" creationId="{61D2B66F-EAFD-EF00-5DC0-732A270AC28C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1:45:52.880" v="4881" actId="1076"/>
          <ac:picMkLst>
            <pc:docMk/>
            <pc:sldMk cId="1938517163" sldId="386"/>
            <ac:picMk id="55" creationId="{AA5E6FB2-4F2D-D4E6-A283-1275E12A9D9F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2:02:06.239" v="4891" actId="1076"/>
          <ac:picMkLst>
            <pc:docMk/>
            <pc:sldMk cId="1938517163" sldId="386"/>
            <ac:picMk id="67" creationId="{C362BF1D-081E-8F86-FC18-5ECDDB980064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2:32:51.801" v="4921" actId="1076"/>
          <ac:picMkLst>
            <pc:docMk/>
            <pc:sldMk cId="1938517163" sldId="386"/>
            <ac:picMk id="112" creationId="{99BD099E-74B4-3EFA-D31E-10F471FC933D}"/>
          </ac:picMkLst>
        </pc:picChg>
        <pc:picChg chg="add mod modCrop">
          <ac:chgData name="Noah Myeong(명노아)[Electronics System Eng. Team]" userId="e7b271c9-48be-4d1f-b039-aca5ad3045c0" providerId="ADAL" clId="{654191C1-F59F-414E-9013-FDAB6047BA66}" dt="2026-06-22T02:44:07.098" v="5077" actId="1076"/>
          <ac:picMkLst>
            <pc:docMk/>
            <pc:sldMk cId="1938517163" sldId="386"/>
            <ac:picMk id="2090" creationId="{E21FAD0F-CA63-2518-188E-4F07063C70D1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5:04:57.455" v="5114" actId="1076"/>
          <ac:picMkLst>
            <pc:docMk/>
            <pc:sldMk cId="1938517163" sldId="386"/>
            <ac:picMk id="2100" creationId="{78677EF2-6573-6E33-6C74-CCCA7DD17C62}"/>
          </ac:picMkLst>
        </pc:picChg>
        <pc:picChg chg="add mod modCrop">
          <ac:chgData name="Noah Myeong(명노아)[Electronics System Eng. Team]" userId="e7b271c9-48be-4d1f-b039-aca5ad3045c0" providerId="ADAL" clId="{654191C1-F59F-414E-9013-FDAB6047BA66}" dt="2026-06-22T05:23:38.093" v="5274" actId="732"/>
          <ac:picMkLst>
            <pc:docMk/>
            <pc:sldMk cId="1938517163" sldId="386"/>
            <ac:picMk id="2109" creationId="{3160ED55-E073-5307-53FC-F61E095D8FEE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5:48:39.881" v="6135" actId="1076"/>
          <ac:picMkLst>
            <pc:docMk/>
            <pc:sldMk cId="1938517163" sldId="386"/>
            <ac:picMk id="2122" creationId="{D7551FA2-8C01-6278-A612-B81B0CFD07BF}"/>
          </ac:picMkLst>
        </pc:picChg>
        <pc:picChg chg="add mod">
          <ac:chgData name="Noah Myeong(명노아)[Electronics System Eng. Team]" userId="e7b271c9-48be-4d1f-b039-aca5ad3045c0" providerId="ADAL" clId="{654191C1-F59F-414E-9013-FDAB6047BA66}" dt="2026-06-22T05:49:01.130" v="6139" actId="1076"/>
          <ac:picMkLst>
            <pc:docMk/>
            <pc:sldMk cId="1938517163" sldId="386"/>
            <ac:picMk id="2124" creationId="{AC969584-1DEF-750F-4C60-90EFCC833410}"/>
          </ac:picMkLst>
        </pc:picChg>
        <pc:cxnChg chg="add mod">
          <ac:chgData name="Noah Myeong(명노아)[Electronics System Eng. Team]" userId="e7b271c9-48be-4d1f-b039-aca5ad3045c0" providerId="ADAL" clId="{654191C1-F59F-414E-9013-FDAB6047BA66}" dt="2026-06-22T05:32:44.064" v="5296" actId="1582"/>
          <ac:cxnSpMkLst>
            <pc:docMk/>
            <pc:sldMk cId="1938517163" sldId="386"/>
            <ac:cxnSpMk id="2115" creationId="{4454CCCC-74E9-B6CB-F672-EE06462FC080}"/>
          </ac:cxnSpMkLst>
        </pc:cxnChg>
      </pc:sldChg>
      <pc:sldChg chg="addSp delSp modSp add mod ord">
        <pc:chgData name="Noah Myeong(명노아)[Electronics System Eng. Team]" userId="e7b271c9-48be-4d1f-b039-aca5ad3045c0" providerId="ADAL" clId="{654191C1-F59F-414E-9013-FDAB6047BA66}" dt="2026-06-22T06:22:29.899" v="7231" actId="21"/>
        <pc:sldMkLst>
          <pc:docMk/>
          <pc:sldMk cId="3887745918" sldId="387"/>
        </pc:sldMkLst>
        <pc:spChg chg="add mod">
          <ac:chgData name="Noah Myeong(명노아)[Electronics System Eng. Team]" userId="e7b271c9-48be-4d1f-b039-aca5ad3045c0" providerId="ADAL" clId="{654191C1-F59F-414E-9013-FDAB6047BA66}" dt="2026-06-22T05:35:10.648" v="5483" actId="14100"/>
          <ac:spMkLst>
            <pc:docMk/>
            <pc:sldMk cId="3887745918" sldId="387"/>
            <ac:spMk id="3" creationId="{1BFC18DD-E6D1-A416-3D60-89629DC63988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13.386" v="5484" actId="571"/>
          <ac:spMkLst>
            <pc:docMk/>
            <pc:sldMk cId="3887745918" sldId="387"/>
            <ac:spMk id="4" creationId="{44C02601-78BF-FDDD-FD84-695EA926864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19.164" v="5487" actId="14100"/>
          <ac:spMkLst>
            <pc:docMk/>
            <pc:sldMk cId="3887745918" sldId="387"/>
            <ac:spMk id="5" creationId="{860B73DE-32CD-5731-CDAC-C539BE24027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28.549" v="5494" actId="1035"/>
          <ac:spMkLst>
            <pc:docMk/>
            <pc:sldMk cId="3887745918" sldId="387"/>
            <ac:spMk id="6" creationId="{FE878096-48DF-D8EC-DD64-6CC50C15132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37.583" v="5497" actId="14100"/>
          <ac:spMkLst>
            <pc:docMk/>
            <pc:sldMk cId="3887745918" sldId="387"/>
            <ac:spMk id="22" creationId="{E0E11CF4-67DA-C1C8-CAD4-4AC0D5BF944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40.911" v="5498" actId="571"/>
          <ac:spMkLst>
            <pc:docMk/>
            <pc:sldMk cId="3887745918" sldId="387"/>
            <ac:spMk id="25" creationId="{71A38326-E0BD-DFF4-19C8-F33DA608094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44.643" v="5500" actId="14100"/>
          <ac:spMkLst>
            <pc:docMk/>
            <pc:sldMk cId="3887745918" sldId="387"/>
            <ac:spMk id="34" creationId="{0F234AED-08A7-90EB-BB93-21CA40DFAFE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51:29.665" v="6494" actId="14100"/>
          <ac:spMkLst>
            <pc:docMk/>
            <pc:sldMk cId="3887745918" sldId="387"/>
            <ac:spMk id="35" creationId="{B35EADA7-B910-B930-1CDD-98A10BB363B3}"/>
          </ac:spMkLst>
        </pc:spChg>
        <pc:spChg chg="del">
          <ac:chgData name="Noah Myeong(명노아)[Electronics System Eng. Team]" userId="e7b271c9-48be-4d1f-b039-aca5ad3045c0" providerId="ADAL" clId="{654191C1-F59F-414E-9013-FDAB6047BA66}" dt="2026-06-22T05:51:31.327" v="6495" actId="478"/>
          <ac:spMkLst>
            <pc:docMk/>
            <pc:sldMk cId="3887745918" sldId="387"/>
            <ac:spMk id="39" creationId="{FA7EB971-486A-3107-38E2-8A19D37ACDA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5:58.321" v="5507" actId="14100"/>
          <ac:spMkLst>
            <pc:docMk/>
            <pc:sldMk cId="3887745918" sldId="387"/>
            <ac:spMk id="54" creationId="{05CA2F84-FB50-7429-DD5C-A57A03879DD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6:07.303" v="5509" actId="14100"/>
          <ac:spMkLst>
            <pc:docMk/>
            <pc:sldMk cId="3887745918" sldId="387"/>
            <ac:spMk id="55" creationId="{5F6D6658-8087-7E7E-4294-B4DFA000559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6:13.799" v="5512" actId="14100"/>
          <ac:spMkLst>
            <pc:docMk/>
            <pc:sldMk cId="3887745918" sldId="387"/>
            <ac:spMk id="61" creationId="{A14BAB47-5615-11BD-F4A3-6D6BEF4AEF2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6:18.227" v="5514" actId="14100"/>
          <ac:spMkLst>
            <pc:docMk/>
            <pc:sldMk cId="3887745918" sldId="387"/>
            <ac:spMk id="67" creationId="{1171C46D-BBC1-1F7C-82E8-CB77960F8311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36:22.226" v="5517" actId="478"/>
          <ac:spMkLst>
            <pc:docMk/>
            <pc:sldMk cId="3887745918" sldId="387"/>
            <ac:spMk id="86" creationId="{28E2E476-025F-6ADD-27D0-28C09FAB1A8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6:29.149" v="5520" actId="14100"/>
          <ac:spMkLst>
            <pc:docMk/>
            <pc:sldMk cId="3887745918" sldId="387"/>
            <ac:spMk id="87" creationId="{5E03C8B5-BB15-D866-4DB6-13781DD6371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6:35.211" v="5524" actId="14100"/>
          <ac:spMkLst>
            <pc:docMk/>
            <pc:sldMk cId="3887745918" sldId="387"/>
            <ac:spMk id="88" creationId="{039DACA6-93D7-4DD6-25BD-1B2689050BD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6:41.365" v="5527" actId="14100"/>
          <ac:spMkLst>
            <pc:docMk/>
            <pc:sldMk cId="3887745918" sldId="387"/>
            <ac:spMk id="93" creationId="{3C4AE987-E523-9929-A5B9-B77955812B6B}"/>
          </ac:spMkLst>
        </pc:spChg>
        <pc:spChg chg="add del">
          <ac:chgData name="Noah Myeong(명노아)[Electronics System Eng. Team]" userId="e7b271c9-48be-4d1f-b039-aca5ad3045c0" providerId="ADAL" clId="{654191C1-F59F-414E-9013-FDAB6047BA66}" dt="2026-06-22T05:36:58.745" v="5529" actId="478"/>
          <ac:spMkLst>
            <pc:docMk/>
            <pc:sldMk cId="3887745918" sldId="387"/>
            <ac:spMk id="95" creationId="{A1F7D233-7B6C-BDF5-A9AB-31F0B682280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36.505" v="5579" actId="20577"/>
          <ac:spMkLst>
            <pc:docMk/>
            <pc:sldMk cId="3887745918" sldId="387"/>
            <ac:spMk id="111" creationId="{F2F6EB0D-E97F-370C-584A-1F223D116E99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37:33.086" v="5546" actId="478"/>
          <ac:spMkLst>
            <pc:docMk/>
            <pc:sldMk cId="3887745918" sldId="387"/>
            <ac:spMk id="112" creationId="{992D8FF7-F816-6029-B04F-06CBF0F608A5}"/>
          </ac:spMkLst>
        </pc:spChg>
        <pc:spChg chg="add del mod">
          <ac:chgData name="Noah Myeong(명노아)[Electronics System Eng. Team]" userId="e7b271c9-48be-4d1f-b039-aca5ad3045c0" providerId="ADAL" clId="{654191C1-F59F-414E-9013-FDAB6047BA66}" dt="2026-06-22T05:37:35.571" v="5548" actId="478"/>
          <ac:spMkLst>
            <pc:docMk/>
            <pc:sldMk cId="3887745918" sldId="387"/>
            <ac:spMk id="113" creationId="{36C7970F-9171-E5CE-2AA2-835AACEABA7A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39.223" v="5580" actId="20577"/>
          <ac:spMkLst>
            <pc:docMk/>
            <pc:sldMk cId="3887745918" sldId="387"/>
            <ac:spMk id="114" creationId="{697348C3-05AC-D838-3A56-C823564493A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41.904" v="5581" actId="20577"/>
          <ac:spMkLst>
            <pc:docMk/>
            <pc:sldMk cId="3887745918" sldId="387"/>
            <ac:spMk id="120" creationId="{360310A9-E645-5E3A-98F4-536F1673A23D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44.087" v="5582" actId="20577"/>
          <ac:spMkLst>
            <pc:docMk/>
            <pc:sldMk cId="3887745918" sldId="387"/>
            <ac:spMk id="2055" creationId="{0B45489C-3323-9576-E61C-C626DA55DE8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45.761" v="5583" actId="20577"/>
          <ac:spMkLst>
            <pc:docMk/>
            <pc:sldMk cId="3887745918" sldId="387"/>
            <ac:spMk id="2058" creationId="{9DD120F6-0FB9-23E5-B529-847714973082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47.464" v="5584" actId="20577"/>
          <ac:spMkLst>
            <pc:docMk/>
            <pc:sldMk cId="3887745918" sldId="387"/>
            <ac:spMk id="2059" creationId="{528266DB-C6F0-1D43-3D4B-942DB0F2A29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49.003" v="5585" actId="20577"/>
          <ac:spMkLst>
            <pc:docMk/>
            <pc:sldMk cId="3887745918" sldId="387"/>
            <ac:spMk id="2060" creationId="{0C79FCDE-A9F9-312C-5D87-929B0E2E298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50.151" v="5586" actId="20577"/>
          <ac:spMkLst>
            <pc:docMk/>
            <pc:sldMk cId="3887745918" sldId="387"/>
            <ac:spMk id="2061" creationId="{96499B85-E0A4-1E82-B31C-C305DF4A642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51.506" v="5587" actId="20577"/>
          <ac:spMkLst>
            <pc:docMk/>
            <pc:sldMk cId="3887745918" sldId="387"/>
            <ac:spMk id="2063" creationId="{D9CD836F-7C83-EFB0-159A-3A9488CE04A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8:55.667" v="5590" actId="404"/>
          <ac:spMkLst>
            <pc:docMk/>
            <pc:sldMk cId="3887745918" sldId="387"/>
            <ac:spMk id="2065" creationId="{2C008105-C949-4A42-8256-ED0F47D895A4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9:31.536" v="5602" actId="404"/>
          <ac:spMkLst>
            <pc:docMk/>
            <pc:sldMk cId="3887745918" sldId="387"/>
            <ac:spMk id="2066" creationId="{0079ABF5-9A3F-BFF9-858E-6E6B8182F77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9:32.894" v="5603" actId="20577"/>
          <ac:spMkLst>
            <pc:docMk/>
            <pc:sldMk cId="3887745918" sldId="387"/>
            <ac:spMk id="2067" creationId="{D478DCBD-2356-6588-AC78-395EB05B474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9:39.902" v="5609" actId="20577"/>
          <ac:spMkLst>
            <pc:docMk/>
            <pc:sldMk cId="3887745918" sldId="387"/>
            <ac:spMk id="2068" creationId="{FF4DECDA-1C28-CEDF-1E5D-FA82920D60D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9:35.886" v="5605" actId="20577"/>
          <ac:spMkLst>
            <pc:docMk/>
            <pc:sldMk cId="3887745918" sldId="387"/>
            <ac:spMk id="2069" creationId="{A48DCD2B-A566-5C1E-B369-C41F8757C44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39:42.386" v="5610" actId="20577"/>
          <ac:spMkLst>
            <pc:docMk/>
            <pc:sldMk cId="3887745918" sldId="387"/>
            <ac:spMk id="2070" creationId="{F6C495B3-5B80-FE1C-BD0D-CE48B9E84A1C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1.054" v="5956"/>
          <ac:spMkLst>
            <pc:docMk/>
            <pc:sldMk cId="3887745918" sldId="387"/>
            <ac:spMk id="2071" creationId="{C4D0B5D3-5B5C-B775-F8B3-6DABC01EE2E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1.054" v="5956"/>
          <ac:spMkLst>
            <pc:docMk/>
            <pc:sldMk cId="3887745918" sldId="387"/>
            <ac:spMk id="2072" creationId="{05438932-26AC-C909-4C9C-6ACB63245B3F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1.054" v="5956"/>
          <ac:spMkLst>
            <pc:docMk/>
            <pc:sldMk cId="3887745918" sldId="387"/>
            <ac:spMk id="2073" creationId="{51AD8937-6D77-3EE1-7C1B-6878A5008561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5:46:51.054" v="5956"/>
          <ac:spMkLst>
            <pc:docMk/>
            <pc:sldMk cId="3887745918" sldId="387"/>
            <ac:spMk id="2074" creationId="{ACA53DF0-371B-C25E-3B9F-0E8322CDBD0B}"/>
          </ac:spMkLst>
        </pc:spChg>
        <pc:graphicFrameChg chg="add del mod modGraphic">
          <ac:chgData name="Noah Myeong(명노아)[Electronics System Eng. Team]" userId="e7b271c9-48be-4d1f-b039-aca5ad3045c0" providerId="ADAL" clId="{654191C1-F59F-414E-9013-FDAB6047BA66}" dt="2026-06-22T05:53:03.762" v="6681" actId="478"/>
          <ac:graphicFrameMkLst>
            <pc:docMk/>
            <pc:sldMk cId="3887745918" sldId="387"/>
            <ac:graphicFrameMk id="66" creationId="{4C082B83-4A55-6B36-F0EE-DDBF04EA73AA}"/>
          </ac:graphicFrameMkLst>
        </pc:graphicFrameChg>
        <pc:graphicFrameChg chg="add del mod">
          <ac:chgData name="Noah Myeong(명노아)[Electronics System Eng. Team]" userId="e7b271c9-48be-4d1f-b039-aca5ad3045c0" providerId="ADAL" clId="{654191C1-F59F-414E-9013-FDAB6047BA66}" dt="2026-06-22T05:36:22.226" v="5517" actId="478"/>
          <ac:graphicFrameMkLst>
            <pc:docMk/>
            <pc:sldMk cId="3887745918" sldId="387"/>
            <ac:graphicFrameMk id="77" creationId="{1E6DEE12-9ACE-A35B-F472-A319B62E9FB8}"/>
          </ac:graphicFrameMkLst>
        </pc:graphicFrameChg>
        <pc:graphicFrameChg chg="mod modGraphic">
          <ac:chgData name="Noah Myeong(명노아)[Electronics System Eng. Team]" userId="e7b271c9-48be-4d1f-b039-aca5ad3045c0" providerId="ADAL" clId="{654191C1-F59F-414E-9013-FDAB6047BA66}" dt="2026-06-22T06:05:47.185" v="7225" actId="20577"/>
          <ac:graphicFrameMkLst>
            <pc:docMk/>
            <pc:sldMk cId="3887745918" sldId="387"/>
            <ac:graphicFrameMk id="79" creationId="{151F6FA9-D9FA-A1BA-14AF-9CC5EE9732B3}"/>
          </ac:graphicFrameMkLst>
        </pc:graphicFrameChg>
        <pc:picChg chg="del">
          <ac:chgData name="Noah Myeong(명노아)[Electronics System Eng. Team]" userId="e7b271c9-48be-4d1f-b039-aca5ad3045c0" providerId="ADAL" clId="{654191C1-F59F-414E-9013-FDAB6047BA66}" dt="2026-06-22T05:51:31.327" v="6495" actId="478"/>
          <ac:picMkLst>
            <pc:docMk/>
            <pc:sldMk cId="3887745918" sldId="387"/>
            <ac:picMk id="38" creationId="{15AA2E64-9F2B-0D82-2154-9EF34800828F}"/>
          </ac:picMkLst>
        </pc:picChg>
        <pc:picChg chg="add del">
          <ac:chgData name="Noah Myeong(명노아)[Electronics System Eng. Team]" userId="e7b271c9-48be-4d1f-b039-aca5ad3045c0" providerId="ADAL" clId="{654191C1-F59F-414E-9013-FDAB6047BA66}" dt="2026-06-22T06:22:29.899" v="7231" actId="21"/>
          <ac:picMkLst>
            <pc:docMk/>
            <pc:sldMk cId="3887745918" sldId="387"/>
            <ac:picMk id="2076" creationId="{B851FE4A-33C4-2F8D-DAD1-FF4831B3EC32}"/>
          </ac:picMkLst>
        </pc:picChg>
        <pc:cxnChg chg="mod">
          <ac:chgData name="Noah Myeong(명노아)[Electronics System Eng. Team]" userId="e7b271c9-48be-4d1f-b039-aca5ad3045c0" providerId="ADAL" clId="{654191C1-F59F-414E-9013-FDAB6047BA66}" dt="2026-06-22T05:35:21.143" v="5490" actId="1076"/>
          <ac:cxnSpMkLst>
            <pc:docMk/>
            <pc:sldMk cId="3887745918" sldId="387"/>
            <ac:cxnSpMk id="97" creationId="{AB9587C0-971F-0C76-3EF7-BC3C01279971}"/>
          </ac:cxnSpMkLst>
        </pc:cxnChg>
      </pc:sldChg>
      <pc:sldChg chg="addSp delSp modSp add mod ord">
        <pc:chgData name="Noah Myeong(명노아)[Electronics System Eng. Team]" userId="e7b271c9-48be-4d1f-b039-aca5ad3045c0" providerId="ADAL" clId="{654191C1-F59F-414E-9013-FDAB6047BA66}" dt="2026-06-22T06:05:52.176" v="7229" actId="20577"/>
        <pc:sldMkLst>
          <pc:docMk/>
          <pc:sldMk cId="4286099260" sldId="388"/>
        </pc:sldMkLst>
        <pc:spChg chg="add mod">
          <ac:chgData name="Noah Myeong(명노아)[Electronics System Eng. Team]" userId="e7b271c9-48be-4d1f-b039-aca5ad3045c0" providerId="ADAL" clId="{654191C1-F59F-414E-9013-FDAB6047BA66}" dt="2026-06-22T06:01:10.720" v="7083" actId="20577"/>
          <ac:spMkLst>
            <pc:docMk/>
            <pc:sldMk cId="4286099260" sldId="388"/>
            <ac:spMk id="86" creationId="{9314C7A1-DBCE-BEE6-17BB-4C53AF7EE433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1:18.735" v="7088" actId="20577"/>
          <ac:spMkLst>
            <pc:docMk/>
            <pc:sldMk cId="4286099260" sldId="388"/>
            <ac:spMk id="87" creationId="{D20E8A6D-E950-C73B-A7BC-C0FB0A0F8F99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1:16.700" v="7086" actId="20577"/>
          <ac:spMkLst>
            <pc:docMk/>
            <pc:sldMk cId="4286099260" sldId="388"/>
            <ac:spMk id="88" creationId="{6B1001B5-C330-B5D2-379D-8AAC408C7540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1:23.792" v="7091" actId="20577"/>
          <ac:spMkLst>
            <pc:docMk/>
            <pc:sldMk cId="4286099260" sldId="388"/>
            <ac:spMk id="93" creationId="{460A6016-1307-8014-041E-3F54148129F5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1:29.031" v="7095" actId="20577"/>
          <ac:spMkLst>
            <pc:docMk/>
            <pc:sldMk cId="4286099260" sldId="388"/>
            <ac:spMk id="95" creationId="{0E875F2B-0472-5174-3854-F59E30FFFB3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1:33.472" v="7097" actId="20577"/>
          <ac:spMkLst>
            <pc:docMk/>
            <pc:sldMk cId="4286099260" sldId="388"/>
            <ac:spMk id="111" creationId="{E7A0777A-5F57-B7AD-2285-50FE4FD4D156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3:57.677" v="7111" actId="20577"/>
          <ac:spMkLst>
            <pc:docMk/>
            <pc:sldMk cId="4286099260" sldId="388"/>
            <ac:spMk id="2059" creationId="{D2A37EBD-2CC7-1A48-CFCC-4806909111CE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4:01.303" v="7113" actId="20577"/>
          <ac:spMkLst>
            <pc:docMk/>
            <pc:sldMk cId="4286099260" sldId="388"/>
            <ac:spMk id="2063" creationId="{03079E95-8394-136D-6678-1382CDA2DE0B}"/>
          </ac:spMkLst>
        </pc:spChg>
        <pc:spChg chg="add mod">
          <ac:chgData name="Noah Myeong(명노아)[Electronics System Eng. Team]" userId="e7b271c9-48be-4d1f-b039-aca5ad3045c0" providerId="ADAL" clId="{654191C1-F59F-414E-9013-FDAB6047BA66}" dt="2026-06-22T06:04:04.798" v="7115" actId="20577"/>
          <ac:spMkLst>
            <pc:docMk/>
            <pc:sldMk cId="4286099260" sldId="388"/>
            <ac:spMk id="2065" creationId="{FC65CC2E-214E-D2DF-D6F9-D7125F53B7C9}"/>
          </ac:spMkLst>
        </pc:spChg>
        <pc:graphicFrameChg chg="mod modGraphic">
          <ac:chgData name="Noah Myeong(명노아)[Electronics System Eng. Team]" userId="e7b271c9-48be-4d1f-b039-aca5ad3045c0" providerId="ADAL" clId="{654191C1-F59F-414E-9013-FDAB6047BA66}" dt="2026-06-22T06:05:52.176" v="7229" actId="20577"/>
          <ac:graphicFrameMkLst>
            <pc:docMk/>
            <pc:sldMk cId="4286099260" sldId="388"/>
            <ac:graphicFrameMk id="79" creationId="{FFC1C92F-C0CA-4585-32C5-F4543F3D54AD}"/>
          </ac:graphicFrameMkLst>
        </pc:graphicFrameChg>
        <pc:cxnChg chg="add del mod">
          <ac:chgData name="Noah Myeong(명노아)[Electronics System Eng. Team]" userId="e7b271c9-48be-4d1f-b039-aca5ad3045c0" providerId="ADAL" clId="{654191C1-F59F-414E-9013-FDAB6047BA66}" dt="2026-06-22T05:56:13.545" v="7055" actId="478"/>
          <ac:cxnSpMkLst>
            <pc:docMk/>
            <pc:sldMk cId="4286099260" sldId="388"/>
            <ac:cxnSpMk id="4" creationId="{EBFBADE9-9674-1F12-A71E-6259E652F2A7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0:28.702" v="7066" actId="208"/>
          <ac:cxnSpMkLst>
            <pc:docMk/>
            <pc:sldMk cId="4286099260" sldId="388"/>
            <ac:cxnSpMk id="6" creationId="{7C9227C6-F388-28DE-CE04-AA91E76CD407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0:33.722" v="7068" actId="14100"/>
          <ac:cxnSpMkLst>
            <pc:docMk/>
            <pc:sldMk cId="4286099260" sldId="388"/>
            <ac:cxnSpMk id="22" creationId="{3B9A655B-8627-63C5-6BED-FAE1F205EAA9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3:23.096" v="7101" actId="14100"/>
          <ac:cxnSpMkLst>
            <pc:docMk/>
            <pc:sldMk cId="4286099260" sldId="388"/>
            <ac:cxnSpMk id="34" creationId="{D99C1575-DF16-C3E8-959D-3C66E83F7F34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0:43.634" v="7073" actId="14100"/>
          <ac:cxnSpMkLst>
            <pc:docMk/>
            <pc:sldMk cId="4286099260" sldId="388"/>
            <ac:cxnSpMk id="38" creationId="{FB20E640-C813-3A51-11BF-46BA79907741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0:54.476" v="7079" actId="14100"/>
          <ac:cxnSpMkLst>
            <pc:docMk/>
            <pc:sldMk cId="4286099260" sldId="388"/>
            <ac:cxnSpMk id="54" creationId="{81A28993-F684-6A8E-1978-ACDF5B7478CF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6:00:46.516" v="7076" actId="478"/>
          <ac:cxnSpMkLst>
            <pc:docMk/>
            <pc:sldMk cId="4286099260" sldId="388"/>
            <ac:cxnSpMk id="55" creationId="{34A87BD5-39BD-C5EC-BB02-8D38AF5C716B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6:00:46.516" v="7076" actId="478"/>
          <ac:cxnSpMkLst>
            <pc:docMk/>
            <pc:sldMk cId="4286099260" sldId="388"/>
            <ac:cxnSpMk id="61" creationId="{7A9743CF-18E8-48EE-F298-65E5DFCE092F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0:57.437" v="7080" actId="571"/>
          <ac:cxnSpMkLst>
            <pc:docMk/>
            <pc:sldMk cId="4286099260" sldId="388"/>
            <ac:cxnSpMk id="77" creationId="{F2555C4C-B71E-1BE0-81D3-82AB60849818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3:27.315" v="7103" actId="14100"/>
          <ac:cxnSpMkLst>
            <pc:docMk/>
            <pc:sldMk cId="4286099260" sldId="388"/>
            <ac:cxnSpMk id="114" creationId="{5D149794-677F-C008-E074-FBB52590995F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3:31.415" v="7105" actId="14100"/>
          <ac:cxnSpMkLst>
            <pc:docMk/>
            <pc:sldMk cId="4286099260" sldId="388"/>
            <ac:cxnSpMk id="2055" creationId="{07FB3A26-6344-B0A1-FA62-7DFD88B089D1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6:03:49.736" v="7109" actId="478"/>
          <ac:cxnSpMkLst>
            <pc:docMk/>
            <pc:sldMk cId="4286099260" sldId="388"/>
            <ac:cxnSpMk id="2060" creationId="{8E25F8DD-E798-4F90-BB64-C45D8F19614C}"/>
          </ac:cxnSpMkLst>
        </pc:cxnChg>
        <pc:cxnChg chg="add mod">
          <ac:chgData name="Noah Myeong(명노아)[Electronics System Eng. Team]" userId="e7b271c9-48be-4d1f-b039-aca5ad3045c0" providerId="ADAL" clId="{654191C1-F59F-414E-9013-FDAB6047BA66}" dt="2026-06-22T06:03:53.590" v="7110" actId="571"/>
          <ac:cxnSpMkLst>
            <pc:docMk/>
            <pc:sldMk cId="4286099260" sldId="388"/>
            <ac:cxnSpMk id="2061" creationId="{A32917F3-C54B-4CC9-DA56-7BEEEE91106F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6:04:31.753" v="7118" actId="478"/>
          <ac:cxnSpMkLst>
            <pc:docMk/>
            <pc:sldMk cId="4286099260" sldId="388"/>
            <ac:cxnSpMk id="2066" creationId="{D085A0D3-BAFA-2736-441D-352538312B75}"/>
          </ac:cxnSpMkLst>
        </pc:cxnChg>
        <pc:cxnChg chg="add del mod">
          <ac:chgData name="Noah Myeong(명노아)[Electronics System Eng. Team]" userId="e7b271c9-48be-4d1f-b039-aca5ad3045c0" providerId="ADAL" clId="{654191C1-F59F-414E-9013-FDAB6047BA66}" dt="2026-06-22T06:05:18.476" v="7216" actId="478"/>
          <ac:cxnSpMkLst>
            <pc:docMk/>
            <pc:sldMk cId="4286099260" sldId="388"/>
            <ac:cxnSpMk id="2068" creationId="{13402BF4-C5E0-2A4A-7860-25E33C3FFE0D}"/>
          </ac:cxnSpMkLst>
        </pc:cxnChg>
      </pc:sldChg>
      <pc:sldMasterChg chg="delSldLayout">
        <pc:chgData name="Noah Myeong(명노아)[Electronics System Eng. Team]" userId="e7b271c9-48be-4d1f-b039-aca5ad3045c0" providerId="ADAL" clId="{654191C1-F59F-414E-9013-FDAB6047BA66}" dt="2026-06-22T05:55:35.010" v="7039" actId="47"/>
        <pc:sldMasterMkLst>
          <pc:docMk/>
          <pc:sldMasterMk cId="0" sldId="2147483648"/>
        </pc:sldMasterMkLst>
        <pc:sldLayoutChg chg="del">
          <pc:chgData name="Noah Myeong(명노아)[Electronics System Eng. Team]" userId="e7b271c9-48be-4d1f-b039-aca5ad3045c0" providerId="ADAL" clId="{654191C1-F59F-414E-9013-FDAB6047BA66}" dt="2026-06-22T05:55:35.010" v="7039" actId="47"/>
          <pc:sldLayoutMkLst>
            <pc:docMk/>
            <pc:sldMasterMk cId="0" sldId="2147483648"/>
            <pc:sldLayoutMk cId="1280764112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865B8-6288-4184-A9BF-A3164421EED3}" type="datetimeFigureOut">
              <a:rPr lang="ko-KR" altLang="en-US" smtClean="0"/>
              <a:pPr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A01B-4B59-42FA-83E5-06C4C29136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25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1" descr="SL_ppt_C"/>
          <p:cNvPicPr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8904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10154" y="1584000"/>
            <a:ext cx="11564308" cy="749940"/>
          </a:xfrm>
        </p:spPr>
        <p:txBody>
          <a:bodyPr lIns="36000" rIns="36000"/>
          <a:lstStyle>
            <a:lvl1pPr algn="ctr">
              <a:defRPr sz="440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72308" y="3886206"/>
            <a:ext cx="8640000" cy="44203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pic>
        <p:nvPicPr>
          <p:cNvPr id="9" name="Picture 57" descr="SL심벌"/>
          <p:cNvPicPr>
            <a:picLocks noChangeAspect="1" noChangeArrowheads="1"/>
          </p:cNvPicPr>
          <p:nvPr userDrawn="1"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33848" y="5940000"/>
            <a:ext cx="120552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158111" y="6048000"/>
            <a:ext cx="9304615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ko-KR" sz="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This report is solely for the use of client personnel.  No part of it may be circulated, quoted, or reproduced for distribution </a:t>
            </a:r>
          </a:p>
          <a:p>
            <a:r>
              <a:rPr lang="en-US" altLang="ko-KR" sz="1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without prior written approval from SL Corporation.</a:t>
            </a:r>
            <a:endParaRPr lang="ko-KR" altLang="en-US" sz="1000">
              <a:solidFill>
                <a:schemeClr val="tx1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(페이지 번호 삭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7842461" y="6552000"/>
            <a:ext cx="1329231" cy="252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10154" y="180005"/>
            <a:ext cx="11564308" cy="411257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10154" y="792002"/>
            <a:ext cx="11564308" cy="288147"/>
          </a:xfrm>
          <a:prstGeom prst="rect">
            <a:avLst/>
          </a:prstGeom>
        </p:spPr>
        <p:txBody>
          <a:bodyPr vert="horz" lIns="108000" tIns="36000" rIns="108000" bIns="36000" rtlCol="0"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7842462" y="6552000"/>
            <a:ext cx="144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679B8-E508-496F-9374-50C23453982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pPr marL="0" marR="0" lvl="0" indent="0" algn="ctr" defTabSz="914423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 30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10154" y="612000"/>
            <a:ext cx="115643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4433" y="6516000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4"/>
          <p:cNvSpPr txBox="1">
            <a:spLocks/>
          </p:cNvSpPr>
          <p:nvPr userDrawn="1"/>
        </p:nvSpPr>
        <p:spPr>
          <a:xfrm>
            <a:off x="8994462" y="6552000"/>
            <a:ext cx="2880000" cy="252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SL corporation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pic>
        <p:nvPicPr>
          <p:cNvPr id="12" name="Picture 18" descr="SL심벌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54155" y="180000"/>
            <a:ext cx="603129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바닥글 개체 틀 4"/>
          <p:cNvSpPr txBox="1">
            <a:spLocks/>
          </p:cNvSpPr>
          <p:nvPr userDrawn="1"/>
        </p:nvSpPr>
        <p:spPr>
          <a:xfrm>
            <a:off x="310154" y="6534000"/>
            <a:ext cx="6203077" cy="288000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SL Corporation Confidential.</a:t>
            </a:r>
          </a:p>
          <a:p>
            <a:pPr marL="0" marR="0" lvl="0" indent="0" algn="l" defTabSz="9144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The Contents may only be passed on, used or made known with our express permission.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23" rtl="0" eaLnBrk="1" latinLnBrk="1" hangingPunct="1">
        <a:spcBef>
          <a:spcPct val="0"/>
        </a:spcBef>
        <a:buNone/>
        <a:defRPr sz="2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0" indent="0" algn="l" defTabSz="914423" rtl="0" eaLnBrk="1" latinLnBrk="1" hangingPunct="1">
        <a:spcBef>
          <a:spcPts val="0"/>
        </a:spcBef>
        <a:buClr>
          <a:schemeClr val="tx1"/>
        </a:buClr>
        <a:buFontTx/>
        <a:buNone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69" indent="-285757" algn="l" defTabSz="914423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6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4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29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10154" y="1584000"/>
            <a:ext cx="11564308" cy="749940"/>
          </a:xfrm>
        </p:spPr>
        <p:txBody>
          <a:bodyPr/>
          <a:lstStyle/>
          <a:p>
            <a:r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주기적 형상 감사 자동화</a:t>
            </a:r>
            <a:endParaRPr lang="ko-KR" altLang="en-US" sz="360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583000" y="3600002"/>
            <a:ext cx="7020000" cy="442035"/>
          </a:xfrm>
        </p:spPr>
        <p:txBody>
          <a:bodyPr/>
          <a:lstStyle/>
          <a:p>
            <a:r>
              <a:rPr lang="en-US" altLang="ko-KR">
                <a:latin typeface="현대하모니 M" panose="02020603020101020101" pitchFamily="18" charset="-127"/>
                <a:ea typeface="현대하모니 M" panose="02020603020101020101" pitchFamily="18" charset="-127"/>
              </a:rPr>
              <a:t>2026. 06. 22</a:t>
            </a: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35000" y="4680002"/>
            <a:ext cx="6480000" cy="442035"/>
          </a:xfrm>
          <a:prstGeom prst="rect">
            <a:avLst/>
          </a:prstGeom>
          <a:noFill/>
        </p:spPr>
        <p:txBody>
          <a:bodyPr wrap="square" lIns="108000" tIns="36000" rIns="108000" bIns="36000" rtlCol="0">
            <a:spAutoFit/>
          </a:bodyPr>
          <a:lstStyle/>
          <a:p>
            <a:pPr algn="ctr"/>
            <a:r>
              <a:rPr lang="ko-KR" altLang="en-US" sz="240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기술연구본부 전장설계통합센터</a:t>
            </a:r>
            <a:r>
              <a:rPr lang="en-US" altLang="ko-KR" sz="240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- </a:t>
            </a:r>
            <a:r>
              <a:rPr lang="ko-KR" altLang="en-US" sz="240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전자시스템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A230-D986-8DAF-155D-09E103C7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66B27-1BEC-53C5-0580-60F2FA75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  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2666B8-61F9-8F7B-5040-AA6757C03E0E}"/>
              </a:ext>
            </a:extLst>
          </p:cNvPr>
          <p:cNvSpPr/>
          <p:nvPr/>
        </p:nvSpPr>
        <p:spPr>
          <a:xfrm flipH="1">
            <a:off x="3455559" y="1439004"/>
            <a:ext cx="188883" cy="4185543"/>
          </a:xfrm>
          <a:prstGeom prst="rect">
            <a:avLst/>
          </a:prstGeom>
          <a:gradFill>
            <a:gsLst>
              <a:gs pos="0">
                <a:srgbClr val="0070C0"/>
              </a:gs>
              <a:gs pos="45000">
                <a:schemeClr val="accent1">
                  <a:lumMod val="45000"/>
                  <a:lumOff val="55000"/>
                </a:schemeClr>
              </a:gs>
              <a:gs pos="42000">
                <a:srgbClr val="85B1D9"/>
              </a:gs>
              <a:gs pos="77000">
                <a:schemeClr val="tx2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B35459-6B65-45FD-F4F2-ABA92CD5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0" y="84307"/>
            <a:ext cx="11818126" cy="830093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1A0F8403-4C98-F5D7-5CAD-3F1E16583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102" y="1010098"/>
            <a:ext cx="2116285" cy="363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600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Contents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842E3CE-0B55-E651-790B-938500907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135" y="1439004"/>
            <a:ext cx="1055097" cy="34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01 </a:t>
            </a:r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 개 요</a:t>
            </a:r>
            <a:endParaRPr lang="en-US" altLang="ko-KR" b="1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013018DE-1E89-430C-A07A-2F1A9795A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134" y="2491964"/>
            <a:ext cx="1455848" cy="34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02 </a:t>
            </a:r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Usecase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F1B03736-4B96-D062-5BE5-C234AF5CC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134" y="4597884"/>
            <a:ext cx="2064989" cy="34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04 </a:t>
            </a:r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시스템 아키텍처</a:t>
            </a:r>
            <a:endParaRPr lang="en-US" altLang="ko-KR" b="1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2ECF6A2-633D-58C1-234E-04B69B8F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134" y="3544924"/>
            <a:ext cx="1592103" cy="34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03 </a:t>
            </a:r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기능사양서</a:t>
            </a:r>
            <a:endParaRPr lang="en-US" altLang="ko-KR" b="1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C6B82EFF-4F1F-43A2-64B8-777764386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806" y="1752403"/>
            <a:ext cx="955390" cy="739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프로젝트 배경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해결 문제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기대 효과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369EC5A-1A85-F273-B6ED-850020B41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806" y="2821784"/>
            <a:ext cx="1001877" cy="483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기본 사용 사례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AI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사용 사례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30E4A7E-5503-F04B-CFE2-082EFEA2B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806" y="3914219"/>
            <a:ext cx="1195840" cy="483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화면 설계도</a:t>
            </a: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메인</a:t>
            </a: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화면 설계도</a:t>
            </a: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채팅</a:t>
            </a: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F8E8F232-B4A4-137D-1343-EB67AB6C0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806" y="4980328"/>
            <a:ext cx="1224694" cy="483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다이어그램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lv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• </a:t>
            </a:r>
            <a:r>
              <a:rPr lang="ko-KR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동작 플로우</a:t>
            </a:r>
            <a:endParaRPr lang="en-US" altLang="ko-KR" sz="1200" b="1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750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94F18-76ED-B163-31C5-8EEDACCF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>
            <a:extLst>
              <a:ext uri="{FF2B5EF4-FFF2-40B4-BE49-F238E27FC236}">
                <a16:creationId xmlns:a16="http://schemas.microsoft.com/office/drawing/2014/main" id="{DF73E905-B297-DBF8-A885-2A977F05735D}"/>
              </a:ext>
            </a:extLst>
          </p:cNvPr>
          <p:cNvGrpSpPr/>
          <p:nvPr/>
        </p:nvGrpSpPr>
        <p:grpSpPr>
          <a:xfrm>
            <a:off x="848842" y="1319459"/>
            <a:ext cx="10494315" cy="4594984"/>
            <a:chOff x="1017642" y="1319459"/>
            <a:chExt cx="10494315" cy="4594984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811AB6AB-9E09-8C7D-8AAE-CC701593B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642" y="1319459"/>
              <a:ext cx="6883097" cy="4594984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A26145A-B2C1-10C4-B7E8-92EA40D2F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145"/>
            <a:stretch>
              <a:fillRect/>
            </a:stretch>
          </p:blipFill>
          <p:spPr>
            <a:xfrm>
              <a:off x="6718853" y="1319459"/>
              <a:ext cx="4793104" cy="4594984"/>
            </a:xfrm>
            <a:prstGeom prst="rect">
              <a:avLst/>
            </a:prstGeom>
          </p:spPr>
        </p:pic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ED50AAEB-4CA3-F88F-57D3-BDFDFB23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16B1A1E-2D30-7BCD-FCB4-5166376B0C27}"/>
              </a:ext>
            </a:extLst>
          </p:cNvPr>
          <p:cNvGrpSpPr/>
          <p:nvPr/>
        </p:nvGrpSpPr>
        <p:grpSpPr>
          <a:xfrm>
            <a:off x="438896" y="811839"/>
            <a:ext cx="1035563" cy="246221"/>
            <a:chOff x="438896" y="811839"/>
            <a:chExt cx="1035563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D1277F1-4CD7-E8A7-29FA-19641650F849}"/>
                </a:ext>
              </a:extLst>
            </p:cNvPr>
            <p:cNvSpPr txBox="1"/>
            <p:nvPr/>
          </p:nvSpPr>
          <p:spPr>
            <a:xfrm>
              <a:off x="438896" y="817807"/>
              <a:ext cx="117020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C7FF7E-BF9D-8DF6-0022-6532211152B5}"/>
                </a:ext>
              </a:extLst>
            </p:cNvPr>
            <p:cNvSpPr txBox="1"/>
            <p:nvPr/>
          </p:nvSpPr>
          <p:spPr>
            <a:xfrm>
              <a:off x="695400" y="811839"/>
              <a:ext cx="779059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코드 설명</a:t>
              </a:r>
              <a:endParaRPr lang="ko-KR" altLang="en-US" sz="1600" b="1" err="1"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00473D-AA62-C110-43E1-FDF22CFF3048}"/>
              </a:ext>
            </a:extLst>
          </p:cNvPr>
          <p:cNvSpPr txBox="1"/>
          <p:nvPr/>
        </p:nvSpPr>
        <p:spPr>
          <a:xfrm>
            <a:off x="4640911" y="2317842"/>
            <a:ext cx="22506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주기적 형상 감사 체크 포인트</a:t>
            </a:r>
            <a:r>
              <a:rPr lang="en-US" altLang="ko-KR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설명</a:t>
            </a:r>
            <a:r>
              <a:rPr lang="en-US" altLang="ko-KR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="1" dirty="0" err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34285E-A76D-794E-01CB-2EA58FEED532}"/>
              </a:ext>
            </a:extLst>
          </p:cNvPr>
          <p:cNvSpPr txBox="1"/>
          <p:nvPr/>
        </p:nvSpPr>
        <p:spPr>
          <a:xfrm>
            <a:off x="3552908" y="2763907"/>
            <a:ext cx="51119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SUP.8</a:t>
            </a:r>
            <a:r>
              <a:rPr lang="ko-KR" altLang="en-US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Configuration Item List</a:t>
            </a:r>
            <a:r>
              <a:rPr lang="ko-KR" altLang="en-US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각 트래커의 </a:t>
            </a:r>
            <a:r>
              <a:rPr lang="en-US" altLang="ko-KR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Primary Attribute</a:t>
            </a:r>
            <a:r>
              <a:rPr lang="ko-KR" altLang="en-US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연결</a:t>
            </a:r>
            <a:endParaRPr lang="ko-KR" altLang="en-US" sz="1200" b="1" dirty="0" err="1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6D70C8-AB62-CC4F-BDDD-50C9E0D8097D}"/>
              </a:ext>
            </a:extLst>
          </p:cNvPr>
          <p:cNvSpPr txBox="1"/>
          <p:nvPr/>
        </p:nvSpPr>
        <p:spPr>
          <a:xfrm>
            <a:off x="3552908" y="3163292"/>
            <a:ext cx="248786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&lt;-&gt; PA </a:t>
            </a:r>
            <a:r>
              <a:rPr lang="ko-KR" altLang="en-US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</a:t>
            </a:r>
            <a:r>
              <a:rPr lang="en-US" altLang="ko-KR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연결 성공</a:t>
            </a:r>
            <a:r>
              <a:rPr lang="en-US" altLang="ko-KR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 여부</a:t>
            </a:r>
            <a:r>
              <a:rPr lang="en-US" altLang="ko-KR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b="1" dirty="0" err="1">
              <a:solidFill>
                <a:schemeClr val="accent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8DF0BA-047E-5E7E-37E2-22B36BB5DC09}"/>
              </a:ext>
            </a:extLst>
          </p:cNvPr>
          <p:cNvSpPr txBox="1"/>
          <p:nvPr/>
        </p:nvSpPr>
        <p:spPr>
          <a:xfrm>
            <a:off x="4696426" y="3562677"/>
            <a:ext cx="21913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감사를 하기 위한 데이터 수집</a:t>
            </a:r>
            <a:endParaRPr lang="ko-KR" altLang="en-US" sz="1200" b="1" dirty="0" err="1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115251-939C-8371-0B59-2388E4614DF0}"/>
              </a:ext>
            </a:extLst>
          </p:cNvPr>
          <p:cNvSpPr txBox="1"/>
          <p:nvPr/>
        </p:nvSpPr>
        <p:spPr>
          <a:xfrm>
            <a:off x="3433940" y="4393021"/>
            <a:ext cx="219611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Configuration Item List </a:t>
            </a:r>
            <a:r>
              <a:rPr lang="ko-KR" altLang="en-US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endParaRPr lang="ko-KR" altLang="en-US" sz="1200" b="1" dirty="0" err="1">
              <a:solidFill>
                <a:schemeClr val="accent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133C16-0AF3-3078-833E-322F1F0005B1}"/>
              </a:ext>
            </a:extLst>
          </p:cNvPr>
          <p:cNvSpPr txBox="1"/>
          <p:nvPr/>
        </p:nvSpPr>
        <p:spPr>
          <a:xfrm>
            <a:off x="3679894" y="3962062"/>
            <a:ext cx="40123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NC List + Configuration Item List + Baseline</a:t>
            </a:r>
            <a:r>
              <a:rPr lang="ko-KR" altLang="en-US" sz="1200" b="1">
                <a:solidFill>
                  <a:schemeClr val="accent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데이터 총합</a:t>
            </a:r>
            <a:endParaRPr lang="ko-KR" altLang="en-US" sz="1200" b="1" dirty="0" err="1">
              <a:solidFill>
                <a:schemeClr val="accent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95059B-D609-C8A9-E3C9-0D13341ABD26}"/>
              </a:ext>
            </a:extLst>
          </p:cNvPr>
          <p:cNvSpPr txBox="1"/>
          <p:nvPr/>
        </p:nvSpPr>
        <p:spPr>
          <a:xfrm>
            <a:off x="3135892" y="4823414"/>
            <a:ext cx="93294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수행</a:t>
            </a:r>
            <a:endParaRPr lang="ko-KR" altLang="en-US" sz="1200" b="1" dirty="0" err="1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7939D3-8507-61BC-5D8A-C9ACB239A458}"/>
              </a:ext>
            </a:extLst>
          </p:cNvPr>
          <p:cNvSpPr txBox="1"/>
          <p:nvPr/>
        </p:nvSpPr>
        <p:spPr>
          <a:xfrm>
            <a:off x="4029085" y="5223595"/>
            <a:ext cx="121507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수행 내역 업데이트</a:t>
            </a:r>
            <a:endParaRPr lang="ko-KR" altLang="en-US" sz="1200" b="1" dirty="0" err="1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51D243-03CC-9C9D-C36C-9E48C3E781C7}"/>
              </a:ext>
            </a:extLst>
          </p:cNvPr>
          <p:cNvSpPr txBox="1"/>
          <p:nvPr/>
        </p:nvSpPr>
        <p:spPr>
          <a:xfrm>
            <a:off x="2750251" y="5654555"/>
            <a:ext cx="16494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CM </a:t>
            </a:r>
            <a:r>
              <a:rPr lang="ko-KR" altLang="en-US" sz="12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자동화 실행 흐름</a:t>
            </a:r>
            <a:endParaRPr lang="ko-KR" altLang="en-US" sz="1200" b="1" dirty="0" err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056" name="연결선: 구부러짐 2055">
            <a:extLst>
              <a:ext uri="{FF2B5EF4-FFF2-40B4-BE49-F238E27FC236}">
                <a16:creationId xmlns:a16="http://schemas.microsoft.com/office/drawing/2014/main" id="{8CCCCFDA-A305-FFFF-E381-7CF742D220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49402" y="2805632"/>
            <a:ext cx="12700" cy="404339"/>
          </a:xfrm>
          <a:prstGeom prst="curved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연결선: 구부러짐 2056">
            <a:extLst>
              <a:ext uri="{FF2B5EF4-FFF2-40B4-BE49-F238E27FC236}">
                <a16:creationId xmlns:a16="http://schemas.microsoft.com/office/drawing/2014/main" id="{0648F8F0-33BE-97EA-D18A-F370AF2C86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49402" y="3648029"/>
            <a:ext cx="12700" cy="380486"/>
          </a:xfrm>
          <a:prstGeom prst="curved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연결선: 구부러짐 2059">
            <a:extLst>
              <a:ext uri="{FF2B5EF4-FFF2-40B4-BE49-F238E27FC236}">
                <a16:creationId xmlns:a16="http://schemas.microsoft.com/office/drawing/2014/main" id="{31DDB430-9696-3675-B8F5-294D825236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49402" y="3648029"/>
            <a:ext cx="12700" cy="799824"/>
          </a:xfrm>
          <a:prstGeom prst="curved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3" name="TextBox 2062">
            <a:extLst>
              <a:ext uri="{FF2B5EF4-FFF2-40B4-BE49-F238E27FC236}">
                <a16:creationId xmlns:a16="http://schemas.microsoft.com/office/drawing/2014/main" id="{9E868146-58DA-724D-8FB1-E494D3BD0490}"/>
              </a:ext>
            </a:extLst>
          </p:cNvPr>
          <p:cNvSpPr txBox="1"/>
          <p:nvPr/>
        </p:nvSpPr>
        <p:spPr>
          <a:xfrm>
            <a:off x="920441" y="2671574"/>
            <a:ext cx="2821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  <a:endParaRPr lang="ko-KR" altLang="en-US" sz="1200" dirty="0" err="1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33F4ABE6-5144-28EF-71B7-168AA8274969}"/>
              </a:ext>
            </a:extLst>
          </p:cNvPr>
          <p:cNvSpPr txBox="1"/>
          <p:nvPr/>
        </p:nvSpPr>
        <p:spPr>
          <a:xfrm>
            <a:off x="920441" y="3555696"/>
            <a:ext cx="2821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  <a:endParaRPr lang="ko-KR" altLang="en-US" sz="1200" dirty="0" err="1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143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8A47-0597-944F-5702-6061B87D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EBC5B55-6C2B-FA58-A388-B47E6D4D417D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8446D44-A69E-F794-03E1-07D08452D359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B19811-39A9-3D71-0750-86ADC5A5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E15B955-0565-AB0D-4188-A6838DBA8B96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AB3628-D017-D637-45AE-5C6FEAF4B9EC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D3B70F-4E37-78B4-6772-A069BEDF6838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CD7C4E88-1BDF-8E9C-E477-E0F046EA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38D2FD94-5014-2B6B-04F4-15AD42A807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A799870-D7DA-69DE-0FA1-33B3BC8BE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1DCF2DE-FA6D-710D-1F36-D159C0A295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C8102A5-7761-44FF-399B-F4EBB7BF8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4EF01E-76FB-A393-DFC9-0CD0C094219D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328969-1561-5803-1DD2-34512285B2D8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8414B2-E8AD-185B-532B-853005C464FF}"/>
              </a:ext>
            </a:extLst>
          </p:cNvPr>
          <p:cNvSpPr txBox="1"/>
          <p:nvPr/>
        </p:nvSpPr>
        <p:spPr>
          <a:xfrm>
            <a:off x="2108529" y="2958217"/>
            <a:ext cx="267060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B_Audit_Data_Creation.py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8C6509-1F37-A2BD-E852-552008955326}"/>
              </a:ext>
            </a:extLst>
          </p:cNvPr>
          <p:cNvSpPr txBox="1"/>
          <p:nvPr/>
        </p:nvSpPr>
        <p:spPr>
          <a:xfrm>
            <a:off x="2108529" y="4647601"/>
            <a:ext cx="110447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C_Audit.py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46EB4F-2EE9-C478-F21E-30D08FE33585}"/>
              </a:ext>
            </a:extLst>
          </p:cNvPr>
          <p:cNvSpPr txBox="1"/>
          <p:nvPr/>
        </p:nvSpPr>
        <p:spPr>
          <a:xfrm>
            <a:off x="2109039" y="5277846"/>
            <a:ext cx="206466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D_Result_Update.py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8625F-2FDF-324D-3728-8731595DE9A8}"/>
              </a:ext>
            </a:extLst>
          </p:cNvPr>
          <p:cNvSpPr txBox="1"/>
          <p:nvPr/>
        </p:nvSpPr>
        <p:spPr>
          <a:xfrm>
            <a:off x="3157381" y="3543181"/>
            <a:ext cx="1684757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B_CM_Audit.xlsx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273190-1F42-465F-7A66-8307B047AA7B}"/>
              </a:ext>
            </a:extLst>
          </p:cNvPr>
          <p:cNvSpPr txBox="1"/>
          <p:nvPr/>
        </p:nvSpPr>
        <p:spPr>
          <a:xfrm>
            <a:off x="3157381" y="4074060"/>
            <a:ext cx="146674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B_CM_CIL.xlsx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084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B8B78532-2370-126F-6722-9434262526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3484190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02EA74C-B0BF-2B4F-7DE5-7E9C8AFFBD54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72E7AE-B29A-70A7-A6B0-824D9E581096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B323C4-8B22-94D5-79A2-D46E5B01673D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FFE4C9-F375-11C4-2630-12EF5B6316A7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7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57BA7F89-6744-1287-E34B-4308F41156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4017741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AF612963-9F63-1CF6-A499-F20BC99C5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>
            <a:extLst>
              <a:ext uri="{FF2B5EF4-FFF2-40B4-BE49-F238E27FC236}">
                <a16:creationId xmlns:a16="http://schemas.microsoft.com/office/drawing/2014/main" id="{98E2496B-F86A-5303-6EC6-36E87071B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93011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>
            <a:extLst>
              <a:ext uri="{FF2B5EF4-FFF2-40B4-BE49-F238E27FC236}">
                <a16:creationId xmlns:a16="http://schemas.microsoft.com/office/drawing/2014/main" id="{AFD3F93F-62C7-5BDB-22DE-0035E9F49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4644709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>
            <a:extLst>
              <a:ext uri="{FF2B5EF4-FFF2-40B4-BE49-F238E27FC236}">
                <a16:creationId xmlns:a16="http://schemas.microsoft.com/office/drawing/2014/main" id="{03792850-D9EB-B708-920F-E306CCEC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5242882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화살표: 아래쪽 47">
            <a:extLst>
              <a:ext uri="{FF2B5EF4-FFF2-40B4-BE49-F238E27FC236}">
                <a16:creationId xmlns:a16="http://schemas.microsoft.com/office/drawing/2014/main" id="{847E5C52-EAB3-61A0-82D4-FD553DEE55E2}"/>
              </a:ext>
            </a:extLst>
          </p:cNvPr>
          <p:cNvSpPr/>
          <p:nvPr/>
        </p:nvSpPr>
        <p:spPr>
          <a:xfrm>
            <a:off x="2995376" y="5599712"/>
            <a:ext cx="254899" cy="210676"/>
          </a:xfrm>
          <a:prstGeom prst="downArrow">
            <a:avLst/>
          </a:prstGeom>
          <a:solidFill>
            <a:schemeClr val="tx1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A119D2-C5C2-6C84-A4CF-C88AAEFED7AA}"/>
              </a:ext>
            </a:extLst>
          </p:cNvPr>
          <p:cNvSpPr txBox="1"/>
          <p:nvPr/>
        </p:nvSpPr>
        <p:spPr>
          <a:xfrm>
            <a:off x="2109039" y="5908091"/>
            <a:ext cx="231153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주기적 형상 감사 수행 완료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3405C72-4B56-1152-EE38-9CC2EC8AC949}"/>
              </a:ext>
            </a:extLst>
          </p:cNvPr>
          <p:cNvCxnSpPr/>
          <p:nvPr/>
        </p:nvCxnSpPr>
        <p:spPr>
          <a:xfrm>
            <a:off x="1455089" y="2293008"/>
            <a:ext cx="0" cy="32310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9E840DD-5316-060F-3EFC-88BA97346D12}"/>
              </a:ext>
            </a:extLst>
          </p:cNvPr>
          <p:cNvSpPr txBox="1"/>
          <p:nvPr/>
        </p:nvSpPr>
        <p:spPr>
          <a:xfrm>
            <a:off x="1086376" y="3141850"/>
            <a:ext cx="346570" cy="1177758"/>
          </a:xfrm>
          <a:prstGeom prst="rect">
            <a:avLst/>
          </a:prstGeom>
          <a:noFill/>
        </p:spPr>
        <p:txBody>
          <a:bodyPr vert="wordArtVertRtl" wrap="none" lIns="0" tIns="0" rIns="0" bIns="0" rtlCol="0" anchor="ctr">
            <a:spAutoFit/>
          </a:bodyPr>
          <a:lstStyle/>
          <a:p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순차 실행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A6286F4-6EF1-EF2D-3A3E-DE71F4E44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89C0923-EA52-A282-7760-67F8AF6C21A9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257647-7E29-EC3F-57D0-3F1A5B928983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B8D0AC-1FDA-54A8-1246-EB8FA009BE57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EE4357-1DCE-CA6C-2012-D7D701D65B0C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42EC64-F2F2-E5D4-CEEF-9EA9A66032A7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D04C6D6E-2CE0-23EE-F7AE-A070568DAEB7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07A984BB-BAAE-D9DD-0748-199338515ED8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3BB64A-C212-AA9C-C36B-6544DE6E7BED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C6CF03-B477-2D8C-4DE1-2715C28C04BD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</p:spTree>
    <p:extLst>
      <p:ext uri="{BB962C8B-B14F-4D97-AF65-F5344CB8AC3E}">
        <p14:creationId xmlns:p14="http://schemas.microsoft.com/office/powerpoint/2010/main" val="137578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BFB7-F72F-D531-3651-A3E8216E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AAB493-2822-F719-EF4E-9BAD5BC73133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B092F68D-F1CD-B3F2-520F-0724CE9767A3}"/>
              </a:ext>
            </a:extLst>
          </p:cNvPr>
          <p:cNvSpPr/>
          <p:nvPr/>
        </p:nvSpPr>
        <p:spPr>
          <a:xfrm>
            <a:off x="7123358" y="2180922"/>
            <a:ext cx="1410294" cy="1858044"/>
          </a:xfrm>
          <a:prstGeom prst="roundRect">
            <a:avLst>
              <a:gd name="adj" fmla="val 7646"/>
            </a:avLst>
          </a:prstGeom>
          <a:solidFill>
            <a:srgbClr val="FFFF0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34BD6D0-81FF-F708-193A-DB15C6D1CA07}"/>
              </a:ext>
            </a:extLst>
          </p:cNvPr>
          <p:cNvSpPr/>
          <p:nvPr/>
        </p:nvSpPr>
        <p:spPr>
          <a:xfrm>
            <a:off x="7123358" y="4117357"/>
            <a:ext cx="1410294" cy="2015814"/>
          </a:xfrm>
          <a:prstGeom prst="roundRect">
            <a:avLst>
              <a:gd name="adj" fmla="val 7646"/>
            </a:avLst>
          </a:prstGeom>
          <a:solidFill>
            <a:srgbClr val="FFFF0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625113B-64C3-3C3A-95D1-B45837F866B7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4D96F8E4-EA73-D7DF-8D8F-3586CBE8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4F7CEA3-2466-4ADA-0F93-B54C814461E2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83B9B4-E6D2-57D2-FF67-DB62981B1888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915F0A-A7B3-35CC-6C23-C42ECBCCB846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21B22878-6113-792B-D9A8-949F140EA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75F20A3A-0508-C5C1-DCA3-A6E8D7F55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4BDDFB7-1263-4F53-B203-91D64DBAE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7091125-CFB7-18B0-A349-0190DE13C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11CC039A-23DA-26DC-BF3A-2AD510505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EA92BD-D931-0769-EFDF-B41C8E547B04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14473A-F41E-2B37-BA76-8F1581AE6A9D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2BE4A-F30B-464E-4DD3-A502C0925C56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BE26A0-CBE3-6CB8-57F2-020D4194D52E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0DD6FF-64B2-5599-8CF4-3D0629865707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4D6DA-E34B-2380-F64A-4317AD978D7B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DC26BB6A-34B5-238F-3B9C-9598EF1AC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3D2AD99-E608-DEE4-0C64-B37229533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29B034D-EBED-6F5E-2746-0D0BE018AB23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22F185-B715-285E-AB2B-023BC110D067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16F4B9-1968-AB1B-A833-7C17B6156A59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91BB1D-5A2A-C871-ABA2-FF0F98DF68A7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255FEC-EC2C-4358-A473-5DF6F5D17431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7A12CFBE-5228-02FE-80CC-6C50CB8F3647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24700A4D-6E68-CED3-7206-3668FBDB05BD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2D523D-D2BC-7C95-01EC-1C94997A8A15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A125E0-F093-368D-0680-5E601F0D9369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1DD577-0EF6-FC91-C37F-71F27B10CB89}"/>
              </a:ext>
            </a:extLst>
          </p:cNvPr>
          <p:cNvSpPr/>
          <p:nvPr/>
        </p:nvSpPr>
        <p:spPr>
          <a:xfrm>
            <a:off x="1605906" y="2242247"/>
            <a:ext cx="2186866" cy="4339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E3FF00-DD55-DD75-70E2-39ABF70C4D21}"/>
              </a:ext>
            </a:extLst>
          </p:cNvPr>
          <p:cNvSpPr txBox="1"/>
          <p:nvPr/>
        </p:nvSpPr>
        <p:spPr>
          <a:xfrm>
            <a:off x="1329201" y="2860402"/>
            <a:ext cx="40444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1-1.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 탭에 있는 트래커 종류가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2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가지임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(Tracker, Category)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38E7328-0F6D-E72D-6253-CACFA327AF6D}"/>
              </a:ext>
            </a:extLst>
          </p:cNvPr>
          <p:cNvSpPr/>
          <p:nvPr/>
        </p:nvSpPr>
        <p:spPr>
          <a:xfrm>
            <a:off x="9488507" y="1032817"/>
            <a:ext cx="1261230" cy="411257"/>
          </a:xfrm>
          <a:prstGeom prst="roundRect">
            <a:avLst>
              <a:gd name="adj" fmla="val 17313"/>
            </a:avLst>
          </a:prstGeom>
          <a:solidFill>
            <a:srgbClr val="FFFF00">
              <a:alpha val="341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87172C-4D53-28FA-CE01-5F5BD3B3B445}"/>
              </a:ext>
            </a:extLst>
          </p:cNvPr>
          <p:cNvSpPr txBox="1"/>
          <p:nvPr/>
        </p:nvSpPr>
        <p:spPr>
          <a:xfrm>
            <a:off x="9505298" y="1115913"/>
            <a:ext cx="1227933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사용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Source</a:t>
            </a: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460EEEBF-C6E3-2771-8D8F-138D1E843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0016"/>
              </p:ext>
            </p:extLst>
          </p:nvPr>
        </p:nvGraphicFramePr>
        <p:xfrm>
          <a:off x="1153387" y="3194230"/>
          <a:ext cx="4287829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671">
                  <a:extLst>
                    <a:ext uri="{9D8B030D-6E8A-4147-A177-3AD203B41FA5}">
                      <a16:colId xmlns:a16="http://schemas.microsoft.com/office/drawing/2014/main" val="3623988593"/>
                    </a:ext>
                  </a:extLst>
                </a:gridCol>
                <a:gridCol w="2361158">
                  <a:extLst>
                    <a:ext uri="{9D8B030D-6E8A-4147-A177-3AD203B41FA5}">
                      <a16:colId xmlns:a16="http://schemas.microsoft.com/office/drawing/2014/main" val="1107298466"/>
                    </a:ext>
                  </a:extLst>
                </a:gridCol>
              </a:tblGrid>
              <a:tr h="714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유형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형상 관리 대상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05677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Bug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791582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Change Request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X(CR)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879258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Document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885222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Issue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X(NC List)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395871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Requirement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90257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Task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589190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Test Run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수기 입력 후 트래커 자체 연결</a:t>
                      </a: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2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70698"/>
                  </a:ext>
                </a:extLst>
              </a:tr>
              <a:tr h="71487"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Category </a:t>
                      </a:r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유형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형상 관리 대상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618973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Release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978328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Test Case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75384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Test Configuration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049544"/>
                  </a:ext>
                </a:extLst>
              </a:tr>
              <a:tr h="6127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Test Set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X(4.1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미적용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45900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7D44F12-B587-E26A-4E84-A15749EDE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3405740"/>
            <a:ext cx="248755" cy="24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CDC8143-9297-D143-A205-28948DFC1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799" y="3612593"/>
            <a:ext cx="248755" cy="23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65B9368-6327-4172-70D4-0AF56FAAE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529" y="3829824"/>
            <a:ext cx="248755" cy="23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944EBF5-298C-BF07-D8A4-21289B88A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300" y="4045642"/>
            <a:ext cx="223135" cy="22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A368502-EDB3-EA8B-2E6F-3043B55E1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832" y="4275212"/>
            <a:ext cx="218100" cy="23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DD2854F-77B3-ABE6-ED39-0C731B340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20" y="4484032"/>
            <a:ext cx="206987" cy="21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E84BDA5-AA30-8D95-4290-19ED215C1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05" y="4659783"/>
            <a:ext cx="281923" cy="25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7608D0BE-C3ED-8FED-4558-E86BE1E72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002" y="5363523"/>
            <a:ext cx="218777" cy="21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6">
            <a:extLst>
              <a:ext uri="{FF2B5EF4-FFF2-40B4-BE49-F238E27FC236}">
                <a16:creationId xmlns:a16="http://schemas.microsoft.com/office/drawing/2014/main" id="{20A74275-6B3E-0457-883E-1E2418C651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3" t="9507" r="8289" b="8661"/>
          <a:stretch>
            <a:fillRect/>
          </a:stretch>
        </p:blipFill>
        <p:spPr bwMode="auto">
          <a:xfrm>
            <a:off x="1862435" y="5149399"/>
            <a:ext cx="212974" cy="21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11D3A99B-F5FE-7C67-846D-84ED52379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98" y="5543539"/>
            <a:ext cx="212974" cy="26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D39404AC-DBE8-B8F6-8B14-A436019EA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1" t="10909" r="2080" b="10675"/>
          <a:stretch>
            <a:fillRect/>
          </a:stretch>
        </p:blipFill>
        <p:spPr bwMode="auto">
          <a:xfrm>
            <a:off x="1878995" y="5786464"/>
            <a:ext cx="212974" cy="21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55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BF119-437F-DE80-32D7-85A0573B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F03B685-9F31-638B-B89E-652D58AC5CBC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C38A5FF-58F9-9E6D-58DC-1BAB9556F3C2}"/>
              </a:ext>
            </a:extLst>
          </p:cNvPr>
          <p:cNvSpPr/>
          <p:nvPr/>
        </p:nvSpPr>
        <p:spPr>
          <a:xfrm>
            <a:off x="7123358" y="2180922"/>
            <a:ext cx="1410294" cy="1858044"/>
          </a:xfrm>
          <a:prstGeom prst="roundRect">
            <a:avLst>
              <a:gd name="adj" fmla="val 7646"/>
            </a:avLst>
          </a:prstGeom>
          <a:solidFill>
            <a:srgbClr val="FFFF0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F8CC51D-2575-5167-F8AC-6C87217156A8}"/>
              </a:ext>
            </a:extLst>
          </p:cNvPr>
          <p:cNvSpPr/>
          <p:nvPr/>
        </p:nvSpPr>
        <p:spPr>
          <a:xfrm>
            <a:off x="7123358" y="4117357"/>
            <a:ext cx="1410294" cy="2015814"/>
          </a:xfrm>
          <a:prstGeom prst="roundRect">
            <a:avLst>
              <a:gd name="adj" fmla="val 7646"/>
            </a:avLst>
          </a:prstGeom>
          <a:solidFill>
            <a:srgbClr val="FFFF0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4F4CA01-0D1A-65E0-250F-D8270BC2880F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9E0337E-F2A5-A797-097F-A1CA6CAD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8D344B-92EF-F0B2-3D18-6823363797AE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3F9E50-E92C-76C0-DA23-4AEBDD00A260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03AD7D-69C9-76CB-4D5E-73B74E6C17C0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DEB15A12-1B9C-A0B3-6390-1FC2A8354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13B10EB2-2CDE-3524-8DAE-D20CFC2B8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342EDA3-7234-3CA6-A9B1-3629931D8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1C9199A-D22F-39E1-E83E-C5EE0F9828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9D11DF8-E0A4-8FD2-FC42-06251236B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4AC76FB-B6D7-D0F6-D26D-882549DCE5D9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E7217A-9637-2930-A7F5-B94F6E099E1B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FA5A09-0703-E04C-F816-AB136539AA20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EF3CB-15E3-EAEF-7509-8A82E8523CF0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8262ED-31C1-8920-922C-17ABCBAEE007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329F87-1304-81D0-128A-32707F3742F6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25320B5A-028B-CF60-17B5-342D4763A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2BC48FB-B129-0AB1-586B-D8FB2CE16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CF42C31-CF3C-A5AC-1894-7F9D5D761DAB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31DF90-F1E2-E930-4777-EFD136BF6809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E03A4F-A1EC-F3DF-4170-6E23D17D24A4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4EDAC4-00EF-3A16-BC94-DA8C166D2B98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0ECF50-D0EF-0747-547C-AE607CDDB0E7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04B9D6B2-2532-0D9D-566E-9632F0C9A1AB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CC76DD82-C0A0-D46C-E8C1-30EFEA059D1D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CFFD91-1128-B2CB-E54F-3535512B2A47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CF89F6-7AE2-96C4-AE1D-CB11DE5DE3AB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8B2CB5-42A9-1571-3A55-6089220377F1}"/>
              </a:ext>
            </a:extLst>
          </p:cNvPr>
          <p:cNvSpPr/>
          <p:nvPr/>
        </p:nvSpPr>
        <p:spPr>
          <a:xfrm>
            <a:off x="1605906" y="2242247"/>
            <a:ext cx="2186866" cy="4339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E29C43-2B35-E293-40BD-1A298D126A6F}"/>
              </a:ext>
            </a:extLst>
          </p:cNvPr>
          <p:cNvSpPr txBox="1"/>
          <p:nvPr/>
        </p:nvSpPr>
        <p:spPr>
          <a:xfrm>
            <a:off x="1329201" y="2860402"/>
            <a:ext cx="40444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1-2.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트래커별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파악 후 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DataFrame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으로 변환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782C994-A22E-FAB1-647C-361C344A8003}"/>
              </a:ext>
            </a:extLst>
          </p:cNvPr>
          <p:cNvSpPr/>
          <p:nvPr/>
        </p:nvSpPr>
        <p:spPr>
          <a:xfrm>
            <a:off x="9488507" y="1032817"/>
            <a:ext cx="1261230" cy="411257"/>
          </a:xfrm>
          <a:prstGeom prst="roundRect">
            <a:avLst>
              <a:gd name="adj" fmla="val 17313"/>
            </a:avLst>
          </a:prstGeom>
          <a:solidFill>
            <a:srgbClr val="FFFF00">
              <a:alpha val="341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31E333-6C6D-2F47-4871-BFDC25980524}"/>
              </a:ext>
            </a:extLst>
          </p:cNvPr>
          <p:cNvSpPr txBox="1"/>
          <p:nvPr/>
        </p:nvSpPr>
        <p:spPr>
          <a:xfrm>
            <a:off x="9505298" y="1115913"/>
            <a:ext cx="1227933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사용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Source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EFA69E5-ED45-CA53-387D-E4A57B2E1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311512"/>
              </p:ext>
            </p:extLst>
          </p:nvPr>
        </p:nvGraphicFramePr>
        <p:xfrm>
          <a:off x="981505" y="3119947"/>
          <a:ext cx="4567302" cy="2202300"/>
        </p:xfrm>
        <a:graphic>
          <a:graphicData uri="http://schemas.openxmlformats.org/drawingml/2006/table">
            <a:tbl>
              <a:tblPr/>
              <a:tblGrid>
                <a:gridCol w="685370">
                  <a:extLst>
                    <a:ext uri="{9D8B030D-6E8A-4147-A177-3AD203B41FA5}">
                      <a16:colId xmlns:a16="http://schemas.microsoft.com/office/drawing/2014/main" val="3178040904"/>
                    </a:ext>
                  </a:extLst>
                </a:gridCol>
                <a:gridCol w="3160603">
                  <a:extLst>
                    <a:ext uri="{9D8B030D-6E8A-4147-A177-3AD203B41FA5}">
                      <a16:colId xmlns:a16="http://schemas.microsoft.com/office/drawing/2014/main" val="1794678939"/>
                    </a:ext>
                  </a:extLst>
                </a:gridCol>
                <a:gridCol w="721329">
                  <a:extLst>
                    <a:ext uri="{9D8B030D-6E8A-4147-A177-3AD203B41FA5}">
                      <a16:colId xmlns:a16="http://schemas.microsoft.com/office/drawing/2014/main" val="2971425435"/>
                    </a:ext>
                  </a:extLst>
                </a:gridCol>
              </a:tblGrid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source</a:t>
                      </a:r>
                      <a:endParaRPr lang="en-US" sz="1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name</a:t>
                      </a:r>
                      <a:endParaRPr lang="en-US" sz="1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pa</a:t>
                      </a:r>
                      <a:endParaRPr lang="en-US" sz="1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559427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[SYS.2]System Functional Risk Analysis Report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723434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755247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[MAN.3]Impact Analysis Report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810068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42072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[HWE.2]Hardware Design Specification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728372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855444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[MAN.3]Human Effort Management_</a:t>
                      </a:r>
                      <a:r>
                        <a:rPr lang="ko-KR" alt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계획본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815554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40395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[MAN.3]Project Feasibility Evaluation Report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998840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93828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[MAN.3]Project Plan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808874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667485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[MAN.3]Schedule Plan_</a:t>
                      </a:r>
                      <a:r>
                        <a:rPr lang="ko-KR" alt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계획본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998844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948915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…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237706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Category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[SYS.4B]System Verification-Integration Test S...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809862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541587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Category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[SYS.4A]HSI Test Specification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809792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696495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Category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[SYS.5]System Verification-Qualification Test ...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811736</a:t>
                      </a:r>
                    </a:p>
                  </a:txBody>
                  <a:tcPr marL="36000" marR="1036" marT="691" marB="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92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06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DCC7-202F-1DBC-75DF-15D1E481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8D5B86F-C6C9-09C1-1988-D441BDBC9373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AC0E855-A486-1776-25E8-A80F0EE4D8B5}"/>
              </a:ext>
            </a:extLst>
          </p:cNvPr>
          <p:cNvSpPr/>
          <p:nvPr/>
        </p:nvSpPr>
        <p:spPr>
          <a:xfrm>
            <a:off x="7123358" y="2180922"/>
            <a:ext cx="1410294" cy="1858044"/>
          </a:xfrm>
          <a:prstGeom prst="roundRect">
            <a:avLst>
              <a:gd name="adj" fmla="val 7646"/>
            </a:avLst>
          </a:prstGeom>
          <a:solidFill>
            <a:srgbClr val="FFFF0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09F27B4-1169-8EED-7D6C-14C9E8ED4971}"/>
              </a:ext>
            </a:extLst>
          </p:cNvPr>
          <p:cNvSpPr/>
          <p:nvPr/>
        </p:nvSpPr>
        <p:spPr>
          <a:xfrm>
            <a:off x="7123358" y="4117357"/>
            <a:ext cx="1410294" cy="2015814"/>
          </a:xfrm>
          <a:prstGeom prst="roundRect">
            <a:avLst>
              <a:gd name="adj" fmla="val 7646"/>
            </a:avLst>
          </a:prstGeom>
          <a:solidFill>
            <a:srgbClr val="FFFF00">
              <a:alpha val="20000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DBF5D3D-5E89-1CF5-9424-E8158686FB58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56802C0-4FB8-450A-897B-DE10AD741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74FA0D8-4F6A-E02B-82DF-7A54FE872425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6C4E0E-E48C-37EB-123F-72B703CD484D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6DC614-FAA1-048E-1316-4594FEC79FB6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59CD9F09-DE40-49CB-17CA-F348A765C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061442EF-01B9-A35F-0A8B-A5520B45F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5BE59F0-1ABB-7197-49F2-2EA4B95F1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9CB2CBB-0377-A4E3-A009-5F2A353774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4415B85B-2787-67AA-7678-F0B5A948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BCD1F2-89F4-6272-8409-C2EC00DBE603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44189F-FB1D-DBED-746A-7C3A2EE5FA9E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50AE86-D63F-E63A-48DD-DB5D7F3AE0FC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9A7914-07BB-E889-9F1F-ADC0B66CB5B6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04DA09-DB55-C027-7611-B6156CCC37B6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E818CD-59F7-8240-1DAE-850344EB8BA7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C792DEAD-2334-B0CD-C5D4-54FFD3C39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0C68348-E42A-87C3-4336-FB0E715BC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4D1BC32-DC61-CB0F-68DF-28068DEC596F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67E25D-A0CB-70E6-C879-5F7BC4661AC7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855DFD-735F-F4CA-DD42-A631F76E2714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3614B-EA74-8473-5803-658A74620897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FEC260-F6CB-53AA-F28D-DA6263F75A3E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DECFA4CD-C1CF-00AD-7901-EE5FBE5461A9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1C675BD4-CEB2-5584-7BD8-CE6A7CC593BD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740739-EDD1-A537-EF0C-068EE2771B2E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E49966-4497-943C-91BC-D9E05CBBC6E7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CBEBB1E-3BDC-C970-273A-839BD91E0903}"/>
              </a:ext>
            </a:extLst>
          </p:cNvPr>
          <p:cNvSpPr/>
          <p:nvPr/>
        </p:nvSpPr>
        <p:spPr>
          <a:xfrm>
            <a:off x="1605906" y="2242247"/>
            <a:ext cx="2186866" cy="4339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103F2D-F499-218F-A0D0-63CAD8DB7B13}"/>
              </a:ext>
            </a:extLst>
          </p:cNvPr>
          <p:cNvSpPr txBox="1"/>
          <p:nvPr/>
        </p:nvSpPr>
        <p:spPr>
          <a:xfrm>
            <a:off x="1329201" y="2860402"/>
            <a:ext cx="404440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1-3. CIL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에서 트래커명 추출 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18483BF-F289-44D6-862B-142C6B459005}"/>
              </a:ext>
            </a:extLst>
          </p:cNvPr>
          <p:cNvSpPr/>
          <p:nvPr/>
        </p:nvSpPr>
        <p:spPr>
          <a:xfrm>
            <a:off x="9488507" y="1032817"/>
            <a:ext cx="1261230" cy="411257"/>
          </a:xfrm>
          <a:prstGeom prst="roundRect">
            <a:avLst>
              <a:gd name="adj" fmla="val 17313"/>
            </a:avLst>
          </a:prstGeom>
          <a:solidFill>
            <a:srgbClr val="FFFF00">
              <a:alpha val="34118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A2E189-96B8-4A1C-9AB8-82C760C081F5}"/>
              </a:ext>
            </a:extLst>
          </p:cNvPr>
          <p:cNvSpPr txBox="1"/>
          <p:nvPr/>
        </p:nvSpPr>
        <p:spPr>
          <a:xfrm>
            <a:off x="9505298" y="1115913"/>
            <a:ext cx="1227933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사용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Source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6CF10D5-E329-BCF1-7623-3BAAE6E89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251916"/>
              </p:ext>
            </p:extLst>
          </p:nvPr>
        </p:nvGraphicFramePr>
        <p:xfrm>
          <a:off x="1070610" y="3088930"/>
          <a:ext cx="4217344" cy="2202300"/>
        </p:xfrm>
        <a:graphic>
          <a:graphicData uri="http://schemas.openxmlformats.org/drawingml/2006/table">
            <a:tbl>
              <a:tblPr/>
              <a:tblGrid>
                <a:gridCol w="2478339">
                  <a:extLst>
                    <a:ext uri="{9D8B030D-6E8A-4147-A177-3AD203B41FA5}">
                      <a16:colId xmlns:a16="http://schemas.microsoft.com/office/drawing/2014/main" val="3178040904"/>
                    </a:ext>
                  </a:extLst>
                </a:gridCol>
                <a:gridCol w="1739005">
                  <a:extLst>
                    <a:ext uri="{9D8B030D-6E8A-4147-A177-3AD203B41FA5}">
                      <a16:colId xmlns:a16="http://schemas.microsoft.com/office/drawing/2014/main" val="1794678939"/>
                    </a:ext>
                  </a:extLst>
                </a:gridCol>
              </a:tblGrid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Name</a:t>
                      </a:r>
                      <a:endParaRPr lang="en-US" sz="105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CIL_address</a:t>
                      </a:r>
                      <a:endParaRPr lang="en-US" sz="105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559427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Validation Report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1075396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755247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Stakeholder Requirements Analysis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1075394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42072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Validation Specification Review Report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1075392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855444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Validation Specification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1075390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40395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Validation Plan Review Report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1075388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938281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...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...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667485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Development Interface Agreement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1074762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948915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Lifecycle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1074760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237706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Kick off Meeting Record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1074758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541587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Organization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1074756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696495"/>
                  </a:ext>
                </a:extLst>
              </a:tr>
              <a:tr h="18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Configuration Item List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5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1074754</a:t>
                      </a:r>
                    </a:p>
                  </a:txBody>
                  <a:tcPr marL="36000" marR="5526" marT="3684" marB="3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92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4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142C-8B2D-F397-2E97-D2313223D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0CCDE4B-CF02-1B10-5F0D-BD7D3B049CCE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8CDE811-B6F0-DC2D-9A17-CB685FFFAECA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11E64C67-8088-EDED-1739-F45D7452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13175CC-B013-F0A8-A8B4-770E5F8B40C6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DFA832-416B-8100-06EB-96AD52891C8D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3E2BF3-F905-6060-FB90-25B79C462A6E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7FA85D87-3B02-E4E0-CF8B-9CFDAC62B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BFEBA6EC-6CA1-E44D-D616-362E895DC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1CE0FF5-81E0-809D-A5B7-01D7D0846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9F2E079-C23A-86B8-3D08-BCDD8E18CF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4AEA0EE-A480-DB67-DB63-741C5D753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E9383A9-326B-8D64-A38C-E0203A4A6F34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2B0D78-A8A6-A1EF-8832-2B007F936092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FC3BE-5C42-CA67-2140-38C364B31C6A}"/>
              </a:ext>
            </a:extLst>
          </p:cNvPr>
          <p:cNvSpPr txBox="1"/>
          <p:nvPr/>
        </p:nvSpPr>
        <p:spPr>
          <a:xfrm>
            <a:off x="2108529" y="2958217"/>
            <a:ext cx="267060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B_Audit_Data_Creation.py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E2469A-DEDA-DA95-F170-5057076B97B5}"/>
              </a:ext>
            </a:extLst>
          </p:cNvPr>
          <p:cNvSpPr txBox="1"/>
          <p:nvPr/>
        </p:nvSpPr>
        <p:spPr>
          <a:xfrm>
            <a:off x="3157381" y="3543181"/>
            <a:ext cx="1684757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B_CM_Audit.xlsx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735324-80FB-160F-9D2B-D9DFF5D2B59A}"/>
              </a:ext>
            </a:extLst>
          </p:cNvPr>
          <p:cNvSpPr txBox="1"/>
          <p:nvPr/>
        </p:nvSpPr>
        <p:spPr>
          <a:xfrm>
            <a:off x="3157381" y="4074060"/>
            <a:ext cx="146674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B_CM_CIL.xlsx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084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26CBCE4D-B701-44BF-3CB0-5F93C5D51B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3484190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15E7EC8-EDE6-1D35-D7A3-05D904600FED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6FA89C-E3D3-261C-D58E-DB6F6E822DF7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A1669A-A8BC-15A9-E5D9-AE217A0D7BD9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73E186-3F80-7303-96A8-03198C21565B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7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D6FAA5E0-D8DE-08D4-99E5-D631476BD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4017741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0A60440E-5F72-F739-F2A2-3597D5AB4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>
            <a:extLst>
              <a:ext uri="{FF2B5EF4-FFF2-40B4-BE49-F238E27FC236}">
                <a16:creationId xmlns:a16="http://schemas.microsoft.com/office/drawing/2014/main" id="{D6ECB1E3-42AF-4175-D0DF-07E65C63D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93011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0FB8B05-5F0E-A674-123E-65624AE111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31F08F6-9D0F-E995-E41D-0019CE6B2982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FEB3A1-CAA6-8D50-C185-B353CC866BC0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80E9DE-63DC-9A5C-B302-C56BC503F4FB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07159B-E076-5C1F-59B8-73CE42B9CF20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DAE351-7C73-D990-8AC6-F97CEF29F28C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351B4A49-6AD8-D456-3168-02C921EE5210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892D6584-3F1B-368C-441D-0C755F2BB30E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D28933-1390-6B1A-4166-B048DC99FB2A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E82B08-7583-A433-DEAB-6449A7B84906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E366EA-180D-0944-9EE7-ED7AD90621E1}"/>
              </a:ext>
            </a:extLst>
          </p:cNvPr>
          <p:cNvSpPr/>
          <p:nvPr/>
        </p:nvSpPr>
        <p:spPr>
          <a:xfrm>
            <a:off x="1615388" y="2854218"/>
            <a:ext cx="3203146" cy="4339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735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F977-B22F-A2FF-C255-A3ED4511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6AEDF43-2495-40C8-3B62-C648F67271C8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351105C-EC05-E8F5-D5CE-3527F0D1C1EE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B4057A9-84BF-896A-BE83-695C8015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B7C7B38-1634-4621-4B73-E14E915F00AC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48D5E3-C0C5-543D-3994-FE7F1413EE13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27BAB9-F176-A5EB-D535-CEFA89747374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471DDCC8-ACDF-EE64-8E79-A917F7BC5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BA001180-A978-8C9D-7981-A7A72900F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01AFFAE-3DC7-DBA6-4939-F4F2B383A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2892A8D-26F3-CE03-25ED-83065B1A1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ACFE2559-11C6-2214-AAFB-896EE69F4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B702E5-3FFD-8E0A-CE80-D8E8672ACD48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7AC36-9B3E-296D-2579-3483C08F130D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26041-264C-5A5C-5E40-37613E7AFAC0}"/>
              </a:ext>
            </a:extLst>
          </p:cNvPr>
          <p:cNvSpPr txBox="1"/>
          <p:nvPr/>
        </p:nvSpPr>
        <p:spPr>
          <a:xfrm>
            <a:off x="2108529" y="2958217"/>
            <a:ext cx="267060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B_Audit_Data_Creation.py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415B95-05F5-DCBF-76C6-C513E35369E5}"/>
              </a:ext>
            </a:extLst>
          </p:cNvPr>
          <p:cNvSpPr txBox="1"/>
          <p:nvPr/>
        </p:nvSpPr>
        <p:spPr>
          <a:xfrm>
            <a:off x="2108529" y="4647601"/>
            <a:ext cx="110447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C_Audit.py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1F4EEF-371A-AF8A-AFE6-8022C0B7E120}"/>
              </a:ext>
            </a:extLst>
          </p:cNvPr>
          <p:cNvSpPr txBox="1"/>
          <p:nvPr/>
        </p:nvSpPr>
        <p:spPr>
          <a:xfrm>
            <a:off x="3157381" y="3543181"/>
            <a:ext cx="1684757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B_CM_Audit.xlsx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3E2B56-852E-C3CC-95C6-F0E3D5FBC168}"/>
              </a:ext>
            </a:extLst>
          </p:cNvPr>
          <p:cNvSpPr txBox="1"/>
          <p:nvPr/>
        </p:nvSpPr>
        <p:spPr>
          <a:xfrm>
            <a:off x="3157381" y="4074060"/>
            <a:ext cx="146674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B_CM_CIL.xlsx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084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B1803CF6-760D-BAE0-DA63-7ED1FFE522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3484190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FBB42C0-8AD0-4A28-1148-AE92F46ECEB9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03AF0B-6B54-4A99-5ECF-3C161DC16ECA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AB820C-E9AB-4DDE-0A87-805977D9D360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394FFD-84E6-FF5D-928C-AED6EDD0B1A8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7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ABFBBF0A-9082-CA17-A176-ED3F9F0078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4017741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E71C34B2-5449-62E5-F608-7D468A25A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>
            <a:extLst>
              <a:ext uri="{FF2B5EF4-FFF2-40B4-BE49-F238E27FC236}">
                <a16:creationId xmlns:a16="http://schemas.microsoft.com/office/drawing/2014/main" id="{8F79B1DA-4E94-553E-4FD4-FECA1046F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93011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>
            <a:extLst>
              <a:ext uri="{FF2B5EF4-FFF2-40B4-BE49-F238E27FC236}">
                <a16:creationId xmlns:a16="http://schemas.microsoft.com/office/drawing/2014/main" id="{0859EFCC-DE66-5BFA-5973-5FBF45DD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4644709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C142B1B-2CF1-2A14-E36F-E0317B3B2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143CB1A-A8AB-723C-A2D7-8E2971AD6B0E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4E76DC-3F90-E3DE-4A6C-DE612AFF175D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6555D2-29A6-3B0E-738A-A36253374F89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7E83FD-D354-B890-1FDF-FB62CC5F47E5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D45266-DF95-084D-167A-D4312BB8A345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F3DC0DC1-D5CD-75E8-3162-02CA176753F6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8AAC3FE7-F136-27A9-33D3-FB0874D2FDC5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595966-4E51-F4DE-82F6-EE1A89FC5CCB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96C7A3-5A7A-7B30-9528-7F6A0935E241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0B8277-7FBE-ADE3-6F22-4FEA0139A86E}"/>
              </a:ext>
            </a:extLst>
          </p:cNvPr>
          <p:cNvSpPr/>
          <p:nvPr/>
        </p:nvSpPr>
        <p:spPr>
          <a:xfrm>
            <a:off x="1599918" y="4570119"/>
            <a:ext cx="1684755" cy="4339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4ACD8A-CF45-3C51-DBC5-430DA02E87C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797" y="3042531"/>
            <a:ext cx="4419164" cy="298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35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DC15-B458-9E59-F618-1157893B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F92F78D-A903-F725-7A60-A7CB383B0227}"/>
              </a:ext>
            </a:extLst>
          </p:cNvPr>
          <p:cNvSpPr/>
          <p:nvPr/>
        </p:nvSpPr>
        <p:spPr>
          <a:xfrm>
            <a:off x="65100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F9707EF-41F9-C3CB-593B-F83B6D63F90A}"/>
              </a:ext>
            </a:extLst>
          </p:cNvPr>
          <p:cNvSpPr/>
          <p:nvPr/>
        </p:nvSpPr>
        <p:spPr>
          <a:xfrm>
            <a:off x="722780" y="1732871"/>
            <a:ext cx="5054991" cy="450166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13DBFDAC-A9B1-39B9-86CD-916A874AE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" panose="020B0200000000000000" pitchFamily="50" charset="-127"/>
                <a:ea typeface="Noto Sans KR" panose="020B0200000000000000" pitchFamily="50" charset="-127"/>
              </a:rPr>
              <a:t>개요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2BC4D06-CB9A-C88E-9797-7A9D7799531B}"/>
              </a:ext>
            </a:extLst>
          </p:cNvPr>
          <p:cNvGrpSpPr/>
          <p:nvPr/>
        </p:nvGrpSpPr>
        <p:grpSpPr>
          <a:xfrm>
            <a:off x="438896" y="811839"/>
            <a:ext cx="1167010" cy="246221"/>
            <a:chOff x="438896" y="811839"/>
            <a:chExt cx="1167010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05E9B4-4F14-F597-9B96-D8E65F2416CC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9D4CF2-4F50-B252-A02F-37E7D459FC01}"/>
                </a:ext>
              </a:extLst>
            </p:cNvPr>
            <p:cNvSpPr txBox="1"/>
            <p:nvPr/>
          </p:nvSpPr>
          <p:spPr>
            <a:xfrm>
              <a:off x="695400" y="811839"/>
              <a:ext cx="910506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전체</a:t>
              </a:r>
              <a:r>
                <a:rPr lang="en-US" altLang="ko-KR" sz="1600" b="1">
                  <a:latin typeface="Noto Sans KR" panose="020B0200000000000000" pitchFamily="50" charset="-127"/>
                  <a:ea typeface="Noto Sans KR" panose="020B0200000000000000" pitchFamily="50" charset="-127"/>
                  <a:cs typeface="Malgun Gothic Semilight" panose="020B0502040204020203" pitchFamily="50" charset="-127"/>
                </a:rPr>
                <a:t> Flow</a:t>
              </a:r>
              <a:endParaRPr lang="ko-KR" altLang="en-US" sz="1600" b="1" err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3074" name="Picture 2" descr="codebeamer Reviews, Cost &amp; Features | GetApp Australia 2026">
            <a:extLst>
              <a:ext uri="{FF2B5EF4-FFF2-40B4-BE49-F238E27FC236}">
                <a16:creationId xmlns:a16="http://schemas.microsoft.com/office/drawing/2014/main" id="{5DB3C4B7-6364-6DFC-E2E0-9979EADC2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32" y="1401937"/>
            <a:ext cx="615531" cy="61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ersion-Control Icons - Free SVG &amp; PNG Version-Control Images - Noun Project">
            <a:extLst>
              <a:ext uri="{FF2B5EF4-FFF2-40B4-BE49-F238E27FC236}">
                <a16:creationId xmlns:a16="http://schemas.microsoft.com/office/drawing/2014/main" id="{B6985FB1-ECA7-6379-24BB-9D7756415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" t="8831" r="8939" b="9276"/>
          <a:stretch>
            <a:fillRect/>
          </a:stretch>
        </p:blipFill>
        <p:spPr bwMode="auto">
          <a:xfrm rot="16200000">
            <a:off x="9981424" y="4130769"/>
            <a:ext cx="753494" cy="7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87790F9-F83E-6A52-8EE2-25C9A861A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4140327"/>
            <a:ext cx="752413" cy="7534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0345487-7A3C-0CAF-C2BE-5A807B9C68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527" y1="41311" x2="40527" y2="41311"/>
                        <a14:foregroundMark x1="55469" y1="54419" x2="55469" y2="54419"/>
                        <a14:foregroundMark x1="56445" y1="43595" x2="56445" y2="43595"/>
                        <a14:foregroundMark x1="55859" y1="62463" x2="55859" y2="62463"/>
                      </a14:backgroundRemoval>
                    </a14:imgEffect>
                  </a14:imgLayer>
                </a14:imgProps>
              </a:ext>
            </a:extLst>
          </a:blip>
          <a:srcRect l="18767" t="17436" r="10531" b="11282"/>
          <a:stretch>
            <a:fillRect/>
          </a:stretch>
        </p:blipFill>
        <p:spPr>
          <a:xfrm>
            <a:off x="10003844" y="2180922"/>
            <a:ext cx="760977" cy="754473"/>
          </a:xfrm>
          <a:prstGeom prst="rect">
            <a:avLst/>
          </a:prstGeom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EADE1DE0-843A-ED3F-D396-9029BE618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095" y="1493211"/>
            <a:ext cx="499205" cy="49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AC913A-A4AD-6615-B191-2AA01C65A8AC}"/>
              </a:ext>
            </a:extLst>
          </p:cNvPr>
          <p:cNvSpPr txBox="1"/>
          <p:nvPr/>
        </p:nvSpPr>
        <p:spPr>
          <a:xfrm>
            <a:off x="1686300" y="1642538"/>
            <a:ext cx="91349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Main.py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BCE8B5-C705-F083-225E-DED5D43A6F69}"/>
              </a:ext>
            </a:extLst>
          </p:cNvPr>
          <p:cNvSpPr txBox="1"/>
          <p:nvPr/>
        </p:nvSpPr>
        <p:spPr>
          <a:xfrm>
            <a:off x="2108529" y="2327972"/>
            <a:ext cx="1582164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A_CIL_to_PA.py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7B27BA-1ABA-CB52-1DD9-7420F6BEF0A5}"/>
              </a:ext>
            </a:extLst>
          </p:cNvPr>
          <p:cNvSpPr txBox="1"/>
          <p:nvPr/>
        </p:nvSpPr>
        <p:spPr>
          <a:xfrm>
            <a:off x="2108529" y="2958217"/>
            <a:ext cx="267060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B_Audit_Data_Creation.py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3A993B-0A5E-DE41-FB4F-DE35FEF98C2B}"/>
              </a:ext>
            </a:extLst>
          </p:cNvPr>
          <p:cNvSpPr txBox="1"/>
          <p:nvPr/>
        </p:nvSpPr>
        <p:spPr>
          <a:xfrm>
            <a:off x="2108529" y="4647601"/>
            <a:ext cx="110447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C_Audit.py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470672-3678-071D-C6F1-EFA0DEA1EF71}"/>
              </a:ext>
            </a:extLst>
          </p:cNvPr>
          <p:cNvSpPr txBox="1"/>
          <p:nvPr/>
        </p:nvSpPr>
        <p:spPr>
          <a:xfrm>
            <a:off x="2109039" y="5277846"/>
            <a:ext cx="206466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D_Result_Update.py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D24E5A-37B2-2D02-8F91-3F2927D3C031}"/>
              </a:ext>
            </a:extLst>
          </p:cNvPr>
          <p:cNvSpPr txBox="1"/>
          <p:nvPr/>
        </p:nvSpPr>
        <p:spPr>
          <a:xfrm>
            <a:off x="3157381" y="3543181"/>
            <a:ext cx="1684757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B_CM_Audit.xlsx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D0FB56-EEDC-CEB6-7AE8-701E33A55C5E}"/>
              </a:ext>
            </a:extLst>
          </p:cNvPr>
          <p:cNvSpPr txBox="1"/>
          <p:nvPr/>
        </p:nvSpPr>
        <p:spPr>
          <a:xfrm>
            <a:off x="3157381" y="4074060"/>
            <a:ext cx="146674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B_CM_CIL.xlsx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084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49749E8C-B48A-4BB7-AF02-407C4CAD5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3484190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6A38E04-4ADC-2B3D-4B3C-D6C82C22CCB8}"/>
              </a:ext>
            </a:extLst>
          </p:cNvPr>
          <p:cNvSpPr txBox="1"/>
          <p:nvPr/>
        </p:nvSpPr>
        <p:spPr>
          <a:xfrm>
            <a:off x="7679197" y="1614713"/>
            <a:ext cx="129292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Codebeamer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269CEF-A037-136E-7045-DC59B5653A9F}"/>
              </a:ext>
            </a:extLst>
          </p:cNvPr>
          <p:cNvSpPr txBox="1"/>
          <p:nvPr/>
        </p:nvSpPr>
        <p:spPr>
          <a:xfrm>
            <a:off x="9895668" y="2965014"/>
            <a:ext cx="981351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NC List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95C4EB-7DE0-C7B5-0DF1-F78E76B98AE7}"/>
              </a:ext>
            </a:extLst>
          </p:cNvPr>
          <p:cNvSpPr txBox="1"/>
          <p:nvPr/>
        </p:nvSpPr>
        <p:spPr>
          <a:xfrm>
            <a:off x="7382932" y="4916831"/>
            <a:ext cx="93238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CIL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EBD44D-8087-E91C-3836-E87228FA1FCC}"/>
              </a:ext>
            </a:extLst>
          </p:cNvPr>
          <p:cNvSpPr txBox="1"/>
          <p:nvPr/>
        </p:nvSpPr>
        <p:spPr>
          <a:xfrm>
            <a:off x="9922961" y="4879194"/>
            <a:ext cx="93238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Baseline</a:t>
            </a:r>
            <a:endParaRPr lang="ko-KR" altLang="en-US" sz="1600" b="1" err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7" name="Picture 12" descr="Excel 아이콘, 로고, 기호 – PNG, SVG 무료 다운로드">
            <a:extLst>
              <a:ext uri="{FF2B5EF4-FFF2-40B4-BE49-F238E27FC236}">
                <a16:creationId xmlns:a16="http://schemas.microsoft.com/office/drawing/2014/main" id="{9360B653-A0A1-92BA-F7B4-42FDB03FB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9949" r="14376" b="10154"/>
          <a:stretch>
            <a:fillRect/>
          </a:stretch>
        </p:blipFill>
        <p:spPr bwMode="auto">
          <a:xfrm>
            <a:off x="2708821" y="4017741"/>
            <a:ext cx="349644" cy="35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5194CCD8-9349-AC20-ECDC-76280CDA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29300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>
            <a:extLst>
              <a:ext uri="{FF2B5EF4-FFF2-40B4-BE49-F238E27FC236}">
                <a16:creationId xmlns:a16="http://schemas.microsoft.com/office/drawing/2014/main" id="{5457549F-6134-BE7C-A902-9696EABD0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2930118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>
            <a:extLst>
              <a:ext uri="{FF2B5EF4-FFF2-40B4-BE49-F238E27FC236}">
                <a16:creationId xmlns:a16="http://schemas.microsoft.com/office/drawing/2014/main" id="{68516BD9-968C-0B4B-6C58-244BA674E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4644709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>
            <a:extLst>
              <a:ext uri="{FF2B5EF4-FFF2-40B4-BE49-F238E27FC236}">
                <a16:creationId xmlns:a16="http://schemas.microsoft.com/office/drawing/2014/main" id="{62092D2C-40CB-4619-15B1-22D63F497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98" y="5242882"/>
            <a:ext cx="316147" cy="31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6F269BE-EACB-8DE4-2A39-92D24E9D23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2324" y1="39523" x2="32324" y2="39523"/>
                        <a14:foregroundMark x1="41406" y1="41609" x2="41406" y2="41609"/>
                        <a14:foregroundMark x1="57324" y1="43893" x2="57324" y2="43893"/>
                        <a14:foregroundMark x1="55176" y1="49950" x2="55176" y2="49950"/>
                        <a14:foregroundMark x1="52832" y1="56802" x2="52832" y2="56802"/>
                        <a14:foregroundMark x1="52051" y1="62562" x2="52051" y2="62562"/>
                      </a14:backgroundRemoval>
                    </a14:imgEffect>
                  </a14:imgLayer>
                </a14:imgProps>
              </a:ext>
            </a:extLst>
          </a:blip>
          <a:srcRect l="19170" t="17538" r="10731" b="11077"/>
          <a:stretch>
            <a:fillRect/>
          </a:stretch>
        </p:blipFill>
        <p:spPr>
          <a:xfrm>
            <a:off x="7472919" y="2242247"/>
            <a:ext cx="752413" cy="7534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524E50-AE86-410E-600E-6EAD980DFE9D}"/>
              </a:ext>
            </a:extLst>
          </p:cNvPr>
          <p:cNvSpPr txBox="1"/>
          <p:nvPr/>
        </p:nvSpPr>
        <p:spPr>
          <a:xfrm>
            <a:off x="7382932" y="2990789"/>
            <a:ext cx="932385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[Tracker]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0203D1-7F20-B1FB-2942-ECCEB3E7FB07}"/>
              </a:ext>
            </a:extLst>
          </p:cNvPr>
          <p:cNvSpPr txBox="1"/>
          <p:nvPr/>
        </p:nvSpPr>
        <p:spPr>
          <a:xfrm>
            <a:off x="7263593" y="3291955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PA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상태 변경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최초 수정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담당자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7A3C9F-7EE7-2B53-C16C-68F84D901F29}"/>
              </a:ext>
            </a:extLst>
          </p:cNvPr>
          <p:cNvSpPr txBox="1"/>
          <p:nvPr/>
        </p:nvSpPr>
        <p:spPr>
          <a:xfrm>
            <a:off x="9875066" y="3530118"/>
            <a:ext cx="1227933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PR-ID</a:t>
            </a: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관련 산출물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3F1856-D161-E100-DBC6-70D1FFA63BA1}"/>
              </a:ext>
            </a:extLst>
          </p:cNvPr>
          <p:cNvSpPr txBox="1"/>
          <p:nvPr/>
        </p:nvSpPr>
        <p:spPr>
          <a:xfrm>
            <a:off x="7263593" y="5456063"/>
            <a:ext cx="1227933" cy="6771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트래커명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프로세스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형상 감사 결과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Comment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3C7802-2ACA-57AC-09A4-E10B0F747600}"/>
              </a:ext>
            </a:extLst>
          </p:cNvPr>
          <p:cNvSpPr txBox="1"/>
          <p:nvPr/>
        </p:nvSpPr>
        <p:spPr>
          <a:xfrm>
            <a:off x="9728391" y="5426058"/>
            <a:ext cx="1490622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 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수정 이력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일시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날짜 관리</a:t>
            </a:r>
            <a:r>
              <a:rPr lang="en-US" altLang="ko-KR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100" b="1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버전 관리</a:t>
            </a:r>
            <a:endParaRPr lang="en-US" altLang="ko-KR" sz="1100" b="1">
              <a:latin typeface="Noto Sans KR" panose="020B0200000000000000" pitchFamily="50" charset="-127"/>
              <a:ea typeface="Noto Sans KR" panose="020B0200000000000000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B038CC-E14F-2380-375E-2ED79D8CEF34}"/>
              </a:ext>
            </a:extLst>
          </p:cNvPr>
          <p:cNvSpPr/>
          <p:nvPr/>
        </p:nvSpPr>
        <p:spPr>
          <a:xfrm rot="5400000">
            <a:off x="6016475" y="3323662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FD41CE7F-EF5C-B553-EE33-50845EB41614}"/>
              </a:ext>
            </a:extLst>
          </p:cNvPr>
          <p:cNvSpPr/>
          <p:nvPr/>
        </p:nvSpPr>
        <p:spPr>
          <a:xfrm rot="16200000">
            <a:off x="6016475" y="4411736"/>
            <a:ext cx="254899" cy="210676"/>
          </a:xfrm>
          <a:prstGeom prst="downArrow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CCE54E-DA47-303C-5BDD-57F1CAC05DBF}"/>
              </a:ext>
            </a:extLst>
          </p:cNvPr>
          <p:cNvSpPr txBox="1"/>
          <p:nvPr/>
        </p:nvSpPr>
        <p:spPr>
          <a:xfrm>
            <a:off x="5881802" y="2966818"/>
            <a:ext cx="509247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GET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4B7827-BBAD-E4F9-4A91-6D6DDF9342C5}"/>
              </a:ext>
            </a:extLst>
          </p:cNvPr>
          <p:cNvSpPr txBox="1"/>
          <p:nvPr/>
        </p:nvSpPr>
        <p:spPr>
          <a:xfrm>
            <a:off x="5855446" y="4119468"/>
            <a:ext cx="58713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Malgun Gothic Semilight" panose="020B0502040204020203" pitchFamily="50" charset="-127"/>
              </a:rPr>
              <a:t>POST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C77613-D8AE-3AA7-64DD-A9ED2B528452}"/>
              </a:ext>
            </a:extLst>
          </p:cNvPr>
          <p:cNvSpPr/>
          <p:nvPr/>
        </p:nvSpPr>
        <p:spPr>
          <a:xfrm>
            <a:off x="1605906" y="5183983"/>
            <a:ext cx="2584140" cy="4339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838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D01A-75B2-6B3E-0AB0-CFC1C112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1146DC7F-56D4-E5DC-0F9F-FAE67678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사용 </a:t>
            </a: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URI</a:t>
            </a:r>
            <a:endParaRPr lang="ko-KR" altLang="en-US" b="1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A77B3BB-5309-30C9-7A87-4205CE91DCA5}"/>
              </a:ext>
            </a:extLst>
          </p:cNvPr>
          <p:cNvGrpSpPr/>
          <p:nvPr/>
        </p:nvGrpSpPr>
        <p:grpSpPr>
          <a:xfrm>
            <a:off x="438896" y="811839"/>
            <a:ext cx="1742488" cy="246221"/>
            <a:chOff x="438896" y="811839"/>
            <a:chExt cx="1742488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2B0D8E-FF69-9F65-C6DE-2F9E6B9264BA}"/>
                </a:ext>
              </a:extLst>
            </p:cNvPr>
            <p:cNvSpPr txBox="1"/>
            <p:nvPr/>
          </p:nvSpPr>
          <p:spPr>
            <a:xfrm>
              <a:off x="438896" y="817807"/>
              <a:ext cx="117020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223BC0-8029-340E-0EA3-60A77B8498E6}"/>
                </a:ext>
              </a:extLst>
            </p:cNvPr>
            <p:cNvSpPr txBox="1"/>
            <p:nvPr/>
          </p:nvSpPr>
          <p:spPr>
            <a:xfrm>
              <a:off x="695400" y="811839"/>
              <a:ext cx="14859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600" b="1"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A_CIL_to_PA.py</a:t>
              </a:r>
              <a:endParaRPr lang="ko-KR" altLang="en-US" sz="1600" b="1" err="1"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F405CEA2-40FC-4560-D929-7468581B7F7D}"/>
              </a:ext>
            </a:extLst>
          </p:cNvPr>
          <p:cNvGraphicFramePr>
            <a:graphicFrameLocks noGrp="1"/>
          </p:cNvGraphicFramePr>
          <p:nvPr/>
        </p:nvGraphicFramePr>
        <p:xfrm>
          <a:off x="313845" y="1106304"/>
          <a:ext cx="11388213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846">
                  <a:extLst>
                    <a:ext uri="{9D8B030D-6E8A-4147-A177-3AD203B41FA5}">
                      <a16:colId xmlns:a16="http://schemas.microsoft.com/office/drawing/2014/main" val="1153964138"/>
                    </a:ext>
                  </a:extLst>
                </a:gridCol>
                <a:gridCol w="6281531">
                  <a:extLst>
                    <a:ext uri="{9D8B030D-6E8A-4147-A177-3AD203B41FA5}">
                      <a16:colId xmlns:a16="http://schemas.microsoft.com/office/drawing/2014/main" val="3825805598"/>
                    </a:ext>
                  </a:extLst>
                </a:gridCol>
                <a:gridCol w="2526836">
                  <a:extLst>
                    <a:ext uri="{9D8B030D-6E8A-4147-A177-3AD203B41FA5}">
                      <a16:colId xmlns:a16="http://schemas.microsoft.com/office/drawing/2014/main" val="234474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변수명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URI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28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BASE_URL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https://codebeamer.slworld.com/cb/rest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기본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{BASE_URL}/projects/page/1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https://codebeamer.slworld.com/cb/rest</a:t>
                      </a: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/projects/page/1</a:t>
                      </a:r>
                      <a:endParaRPr lang="en-US" altLang="ko-KR" sz="1400" b="0"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차종 프로젝트 리스트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745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userURI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https://codebeamer.slworld.com/cb/rest/project/206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프로젝트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96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trackers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https://codebeamer.slworld.com/cb/rest/project/206/trackers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프로젝트의 트래커 목록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14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categories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https://codebeamer.slworld.com/cb/rest/project/206/categories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프로젝트의 카테고리 목록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14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trackerURI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https://codebeamer.slworld.com/cb/rest/tracker/8643266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2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{trackerURI}/items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https://codebeamer.slworld.com/cb/rest/tracker/8643266/items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 항목 리스트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97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Get_url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https://codebeamer.slworld.com/cb/rest/v3/items/{current_item_id}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 각 항목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719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630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5654A-9EAF-2D6D-7C3E-F0C33B11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8B8E8BDE-2E37-AC1A-A208-9C745D39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사용 </a:t>
            </a: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URI</a:t>
            </a:r>
            <a:endParaRPr lang="ko-KR" altLang="en-US" b="1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DEFDE61-3C89-2325-E650-E7017F3029CB}"/>
              </a:ext>
            </a:extLst>
          </p:cNvPr>
          <p:cNvGrpSpPr/>
          <p:nvPr/>
        </p:nvGrpSpPr>
        <p:grpSpPr>
          <a:xfrm>
            <a:off x="438896" y="811839"/>
            <a:ext cx="2737696" cy="246221"/>
            <a:chOff x="438896" y="811839"/>
            <a:chExt cx="2737696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8B7529-FB11-F4F2-4249-0534939C4140}"/>
                </a:ext>
              </a:extLst>
            </p:cNvPr>
            <p:cNvSpPr txBox="1"/>
            <p:nvPr/>
          </p:nvSpPr>
          <p:spPr>
            <a:xfrm>
              <a:off x="438896" y="817807"/>
              <a:ext cx="117020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7F1292-FD2E-1CBB-22F7-B62E2B0D9A4D}"/>
                </a:ext>
              </a:extLst>
            </p:cNvPr>
            <p:cNvSpPr txBox="1"/>
            <p:nvPr/>
          </p:nvSpPr>
          <p:spPr>
            <a:xfrm>
              <a:off x="695400" y="811839"/>
              <a:ext cx="2481192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600" b="1"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B_Audit_Data_Creation.py</a:t>
              </a:r>
              <a:endParaRPr lang="ko-KR" altLang="en-US" sz="1600" b="1" err="1"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1E8B531-075E-6DB5-5B5C-5A8B6218F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482666"/>
              </p:ext>
            </p:extLst>
          </p:nvPr>
        </p:nvGraphicFramePr>
        <p:xfrm>
          <a:off x="313846" y="1100337"/>
          <a:ext cx="11388213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846">
                  <a:extLst>
                    <a:ext uri="{9D8B030D-6E8A-4147-A177-3AD203B41FA5}">
                      <a16:colId xmlns:a16="http://schemas.microsoft.com/office/drawing/2014/main" val="1153964138"/>
                    </a:ext>
                  </a:extLst>
                </a:gridCol>
                <a:gridCol w="5987332">
                  <a:extLst>
                    <a:ext uri="{9D8B030D-6E8A-4147-A177-3AD203B41FA5}">
                      <a16:colId xmlns:a16="http://schemas.microsoft.com/office/drawing/2014/main" val="3825805598"/>
                    </a:ext>
                  </a:extLst>
                </a:gridCol>
                <a:gridCol w="2821035">
                  <a:extLst>
                    <a:ext uri="{9D8B030D-6E8A-4147-A177-3AD203B41FA5}">
                      <a16:colId xmlns:a16="http://schemas.microsoft.com/office/drawing/2014/main" val="234474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함수명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URI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28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Fetch_tracker_items_pa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https://codebeamer.slworld.com/cb/rest/tracker/8627105/items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특정 트래커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카테고리의 아이템 목록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965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Phase_1_pa_extraction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https://codebeamer.slworld.com/cb/rest/project/206/trackers</a:t>
                      </a: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https://codebeamer.slworld.com/cb/rest/project/206/categories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프로젝트의 트래커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카테고리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149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Phase_2_cil_extraction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https://codebeamer.slworld.com/cb/rest/tracker/8643266/items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 항목 리스트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24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Phase_3_baseline_extraction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https://codebeamer.slworld.com/cb/rest/projects/206/baselines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프로젝트의 베이스라인 탭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97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Phase_4_ncl_extraction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https://codebeamer.slworld.com/cb/rest/tracker/8643412/items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NC List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트래커의 아이템 목록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71936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Process_row_parallel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dk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https://codebeamer.slworld.com/cb/rest/tracker/8635402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</a:t>
                      </a:r>
                      <a:endParaRPr lang="en-US" altLang="ko-KR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89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dk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https://codebeamer.slworld.com/cb/rest/tracker/8635402/items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트래커의 아이템 목록</a:t>
                      </a:r>
                      <a:endParaRPr lang="en-US" altLang="ko-KR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8961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dk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https://codebeamer.slworld.com/cb/rest/tracker/8654222/items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트래커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Review Report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아이템 목록</a:t>
                      </a:r>
                      <a:endParaRPr lang="en-US" altLang="ko-KR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5829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dk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https://codebeamer.slworld.com/cb/rest/item/723434/history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해당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PA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를 가진 트래커의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History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31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718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9567-A38C-63C9-8CBF-23672026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9115C122-CFA3-8374-2848-A49B4EB2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사용 </a:t>
            </a:r>
            <a:r>
              <a:rPr lang="en-US" altLang="ko-KR" b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URI</a:t>
            </a:r>
            <a:endParaRPr lang="ko-KR" altLang="en-US" b="1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423EC74-791B-A576-DF5F-8AC7C72CCFCB}"/>
              </a:ext>
            </a:extLst>
          </p:cNvPr>
          <p:cNvGrpSpPr/>
          <p:nvPr/>
        </p:nvGrpSpPr>
        <p:grpSpPr>
          <a:xfrm>
            <a:off x="438896" y="811839"/>
            <a:ext cx="2155357" cy="246221"/>
            <a:chOff x="438896" y="811839"/>
            <a:chExt cx="2155357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A81C3A-2DC5-47F2-6B95-0963EC3B5C88}"/>
                </a:ext>
              </a:extLst>
            </p:cNvPr>
            <p:cNvSpPr txBox="1"/>
            <p:nvPr/>
          </p:nvSpPr>
          <p:spPr>
            <a:xfrm>
              <a:off x="438896" y="817807"/>
              <a:ext cx="117020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59E5DB-FA69-32D0-E48E-A01DC2776FED}"/>
                </a:ext>
              </a:extLst>
            </p:cNvPr>
            <p:cNvSpPr txBox="1"/>
            <p:nvPr/>
          </p:nvSpPr>
          <p:spPr>
            <a:xfrm>
              <a:off x="695400" y="811839"/>
              <a:ext cx="1898853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600" b="1"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 Semilight" panose="020B0502040204020203" pitchFamily="50" charset="-127"/>
                </a:rPr>
                <a:t>D_Result_Update.py</a:t>
              </a: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5457487C-994B-F720-AB63-FD3620BFC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87744"/>
              </p:ext>
            </p:extLst>
          </p:nvPr>
        </p:nvGraphicFramePr>
        <p:xfrm>
          <a:off x="313846" y="1100337"/>
          <a:ext cx="1138821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013">
                  <a:extLst>
                    <a:ext uri="{9D8B030D-6E8A-4147-A177-3AD203B41FA5}">
                      <a16:colId xmlns:a16="http://schemas.microsoft.com/office/drawing/2014/main" val="1153964138"/>
                    </a:ext>
                  </a:extLst>
                </a:gridCol>
                <a:gridCol w="6082165">
                  <a:extLst>
                    <a:ext uri="{9D8B030D-6E8A-4147-A177-3AD203B41FA5}">
                      <a16:colId xmlns:a16="http://schemas.microsoft.com/office/drawing/2014/main" val="3825805598"/>
                    </a:ext>
                  </a:extLst>
                </a:gridCol>
                <a:gridCol w="2821035">
                  <a:extLst>
                    <a:ext uri="{9D8B030D-6E8A-4147-A177-3AD203B41FA5}">
                      <a16:colId xmlns:a16="http://schemas.microsoft.com/office/drawing/2014/main" val="234474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함수명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URI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28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NG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>
                          <a:solidFill>
                            <a:schemeClr val="dk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https://codebeamer.slworld.com/cb/rest/v3/items/1072906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CIL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트래커 각 항목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413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EE24-B1F1-1183-7E31-E9B38E7A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E845EF2C-5DA3-A4C8-0BFE-1D719A744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32055"/>
              </p:ext>
            </p:extLst>
          </p:nvPr>
        </p:nvGraphicFramePr>
        <p:xfrm>
          <a:off x="340746" y="1109481"/>
          <a:ext cx="11537406" cy="5352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34">
                  <a:extLst>
                    <a:ext uri="{9D8B030D-6E8A-4147-A177-3AD203B41FA5}">
                      <a16:colId xmlns:a16="http://schemas.microsoft.com/office/drawing/2014/main" val="208040562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787775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99592244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1729588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8703358"/>
                    </a:ext>
                  </a:extLst>
                </a:gridCol>
                <a:gridCol w="2459314">
                  <a:extLst>
                    <a:ext uri="{9D8B030D-6E8A-4147-A177-3AD203B41FA5}">
                      <a16:colId xmlns:a16="http://schemas.microsoft.com/office/drawing/2014/main" val="69761974"/>
                    </a:ext>
                  </a:extLst>
                </a:gridCol>
                <a:gridCol w="405806">
                  <a:extLst>
                    <a:ext uri="{9D8B030D-6E8A-4147-A177-3AD203B41FA5}">
                      <a16:colId xmlns:a16="http://schemas.microsoft.com/office/drawing/2014/main" val="3190195433"/>
                    </a:ext>
                  </a:extLst>
                </a:gridCol>
                <a:gridCol w="2665572">
                  <a:extLst>
                    <a:ext uri="{9D8B030D-6E8A-4147-A177-3AD203B41FA5}">
                      <a16:colId xmlns:a16="http://schemas.microsoft.com/office/drawing/2014/main" val="3293110880"/>
                    </a:ext>
                  </a:extLst>
                </a:gridCol>
              </a:tblGrid>
              <a:tr h="3583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화면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메인화면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CM Tab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설계일자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26.06.17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작성자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명노아 사원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Description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04662"/>
                  </a:ext>
                </a:extLst>
              </a:tr>
              <a:tr h="554948">
                <a:tc rowSpan="6" gridSpan="6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23793"/>
                  </a:ext>
                </a:extLst>
              </a:tr>
              <a:tr h="55494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38692"/>
                  </a:ext>
                </a:extLst>
              </a:tr>
              <a:tr h="55494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72158"/>
                  </a:ext>
                </a:extLst>
              </a:tr>
              <a:tr h="11098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98724"/>
                  </a:ext>
                </a:extLst>
              </a:tr>
              <a:tr h="11098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199917"/>
                  </a:ext>
                </a:extLst>
              </a:tr>
              <a:tr h="11098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72854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C904EF2B-D433-A8AD-B736-468CAC300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기능사양서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3418F9-631A-9A31-4931-086E9CD1E59F}"/>
              </a:ext>
            </a:extLst>
          </p:cNvPr>
          <p:cNvGrpSpPr/>
          <p:nvPr/>
        </p:nvGrpSpPr>
        <p:grpSpPr>
          <a:xfrm>
            <a:off x="438896" y="811839"/>
            <a:ext cx="1785769" cy="246221"/>
            <a:chOff x="438896" y="811839"/>
            <a:chExt cx="1785769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1C2B27-7828-8959-25E9-5931C2C76F9F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72A42F-C40C-5A35-5991-956824645668}"/>
                </a:ext>
              </a:extLst>
            </p:cNvPr>
            <p:cNvSpPr txBox="1"/>
            <p:nvPr/>
          </p:nvSpPr>
          <p:spPr>
            <a:xfrm>
              <a:off x="695400" y="811839"/>
              <a:ext cx="152926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화면 설계도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(</a:t>
              </a:r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메인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)</a:t>
              </a:r>
              <a:endParaRPr lang="ko-KR" altLang="en-US" sz="1600" b="1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9453FF4-34FC-54D4-708C-F88874891082}"/>
              </a:ext>
            </a:extLst>
          </p:cNvPr>
          <p:cNvSpPr/>
          <p:nvPr/>
        </p:nvSpPr>
        <p:spPr>
          <a:xfrm>
            <a:off x="438896" y="1685594"/>
            <a:ext cx="8330084" cy="477680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A2A1D60-1DE5-9833-408D-3310594859BB}"/>
              </a:ext>
            </a:extLst>
          </p:cNvPr>
          <p:cNvSpPr/>
          <p:nvPr/>
        </p:nvSpPr>
        <p:spPr>
          <a:xfrm>
            <a:off x="975230" y="1716454"/>
            <a:ext cx="501915" cy="378517"/>
          </a:xfrm>
          <a:prstGeom prst="roundRect">
            <a:avLst>
              <a:gd name="adj" fmla="val 86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B75CCC9-1075-559F-A9CC-BF44ECF7865E}"/>
              </a:ext>
            </a:extLst>
          </p:cNvPr>
          <p:cNvSpPr/>
          <p:nvPr/>
        </p:nvSpPr>
        <p:spPr>
          <a:xfrm>
            <a:off x="473315" y="1716454"/>
            <a:ext cx="501915" cy="378517"/>
          </a:xfrm>
          <a:prstGeom prst="roundRect">
            <a:avLst>
              <a:gd name="adj" fmla="val 8614"/>
            </a:avLst>
          </a:prstGeom>
          <a:solidFill>
            <a:srgbClr val="7F7F7F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887034-DED7-F545-EB34-ABFD68521AE4}"/>
              </a:ext>
            </a:extLst>
          </p:cNvPr>
          <p:cNvSpPr/>
          <p:nvPr/>
        </p:nvSpPr>
        <p:spPr>
          <a:xfrm>
            <a:off x="455370" y="1870870"/>
            <a:ext cx="8289574" cy="4575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51D5A416-39F3-2C90-8FEB-A7321DD0E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34" y="1517278"/>
            <a:ext cx="8337646" cy="171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프로그램 아이콘">
            <a:extLst>
              <a:ext uri="{FF2B5EF4-FFF2-40B4-BE49-F238E27FC236}">
                <a16:creationId xmlns:a16="http://schemas.microsoft.com/office/drawing/2014/main" id="{669BC8C0-5C82-679A-83C2-547C14686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600" y="1514961"/>
            <a:ext cx="187593" cy="18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73DE8974-E624-0EA9-37A6-582D91DD3E8E}"/>
              </a:ext>
            </a:extLst>
          </p:cNvPr>
          <p:cNvSpPr txBox="1"/>
          <p:nvPr/>
        </p:nvSpPr>
        <p:spPr>
          <a:xfrm>
            <a:off x="659897" y="1539790"/>
            <a:ext cx="215443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Codebeamer RPA v1.0-Professional</a:t>
            </a:r>
            <a:endParaRPr lang="ko-KR" altLang="en-US" sz="1000" dirty="0" err="1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74E9440-4252-847C-5E89-FB6877852458}"/>
              </a:ext>
            </a:extLst>
          </p:cNvPr>
          <p:cNvCxnSpPr>
            <a:cxnSpLocks/>
          </p:cNvCxnSpPr>
          <p:nvPr/>
        </p:nvCxnSpPr>
        <p:spPr>
          <a:xfrm>
            <a:off x="8051041" y="1624354"/>
            <a:ext cx="1331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69917B8-1722-E7F9-1E17-E60D15A814BF}"/>
              </a:ext>
            </a:extLst>
          </p:cNvPr>
          <p:cNvSpPr/>
          <p:nvPr/>
        </p:nvSpPr>
        <p:spPr>
          <a:xfrm>
            <a:off x="8334387" y="1547581"/>
            <a:ext cx="110595" cy="1105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8" name="십자형 77">
            <a:extLst>
              <a:ext uri="{FF2B5EF4-FFF2-40B4-BE49-F238E27FC236}">
                <a16:creationId xmlns:a16="http://schemas.microsoft.com/office/drawing/2014/main" id="{82A442DB-34EE-1EB1-52BB-91CEC13FB1B0}"/>
              </a:ext>
            </a:extLst>
          </p:cNvPr>
          <p:cNvSpPr/>
          <p:nvPr/>
        </p:nvSpPr>
        <p:spPr>
          <a:xfrm rot="2700000">
            <a:off x="8559963" y="1533443"/>
            <a:ext cx="144780" cy="144780"/>
          </a:xfrm>
          <a:prstGeom prst="plus">
            <a:avLst>
              <a:gd name="adj" fmla="val 44298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CD740F7-5985-CF55-D09A-626F5C5F2232}"/>
              </a:ext>
            </a:extLst>
          </p:cNvPr>
          <p:cNvSpPr/>
          <p:nvPr/>
        </p:nvSpPr>
        <p:spPr>
          <a:xfrm>
            <a:off x="-1286564" y="2134032"/>
            <a:ext cx="1005516" cy="18759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CF7BC493-8ADE-BDCB-C7A6-4E3EE0B4B279}"/>
              </a:ext>
            </a:extLst>
          </p:cNvPr>
          <p:cNvSpPr/>
          <p:nvPr/>
        </p:nvSpPr>
        <p:spPr>
          <a:xfrm>
            <a:off x="-1204255" y="1611105"/>
            <a:ext cx="341780" cy="34178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</a:t>
            </a:r>
            <a:endParaRPr lang="ko-KR" altLang="en-US" sz="16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40C79A1-367A-9791-066E-FD334CF9A545}"/>
              </a:ext>
            </a:extLst>
          </p:cNvPr>
          <p:cNvSpPr/>
          <p:nvPr/>
        </p:nvSpPr>
        <p:spPr>
          <a:xfrm>
            <a:off x="573548" y="1952885"/>
            <a:ext cx="1520220" cy="20372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GM_9BQX_HL_LDM</a:t>
            </a:r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D40A3A0-93C2-2320-80F7-BDB7A6CB07D2}"/>
              </a:ext>
            </a:extLst>
          </p:cNvPr>
          <p:cNvGrpSpPr/>
          <p:nvPr/>
        </p:nvGrpSpPr>
        <p:grpSpPr>
          <a:xfrm>
            <a:off x="1901414" y="1980195"/>
            <a:ext cx="155292" cy="149106"/>
            <a:chOff x="740157" y="2622669"/>
            <a:chExt cx="155292" cy="149106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E992C7A-2CE1-FC27-9B0A-72244AB48C22}"/>
                </a:ext>
              </a:extLst>
            </p:cNvPr>
            <p:cNvSpPr/>
            <p:nvPr/>
          </p:nvSpPr>
          <p:spPr>
            <a:xfrm>
              <a:off x="740157" y="2622669"/>
              <a:ext cx="155292" cy="149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endParaRPr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7D268627-B02E-9DA7-1120-B2F5F9C34EF0}"/>
                </a:ext>
              </a:extLst>
            </p:cNvPr>
            <p:cNvSpPr/>
            <p:nvPr/>
          </p:nvSpPr>
          <p:spPr>
            <a:xfrm rot="10800000">
              <a:off x="749500" y="2653223"/>
              <a:ext cx="136605" cy="117763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endParaRPr>
            </a:p>
          </p:txBody>
        </p:sp>
      </p:grp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BB219A0-F7E2-FEF0-CDF7-8387401A7EFF}"/>
              </a:ext>
            </a:extLst>
          </p:cNvPr>
          <p:cNvCxnSpPr/>
          <p:nvPr/>
        </p:nvCxnSpPr>
        <p:spPr>
          <a:xfrm>
            <a:off x="2289810" y="2053470"/>
            <a:ext cx="27698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이등변 삼각형 54">
            <a:extLst>
              <a:ext uri="{FF2B5EF4-FFF2-40B4-BE49-F238E27FC236}">
                <a16:creationId xmlns:a16="http://schemas.microsoft.com/office/drawing/2014/main" id="{7DAB040D-7DCF-0535-9BFD-CE76C35C3A23}"/>
              </a:ext>
            </a:extLst>
          </p:cNvPr>
          <p:cNvSpPr/>
          <p:nvPr/>
        </p:nvSpPr>
        <p:spPr>
          <a:xfrm rot="10800000">
            <a:off x="2846112" y="1930472"/>
            <a:ext cx="64728" cy="117763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rPr>
              <a:t> </a:t>
            </a:r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45FF34-49D0-3585-3655-F0F4F89B4D3D}"/>
              </a:ext>
            </a:extLst>
          </p:cNvPr>
          <p:cNvSpPr txBox="1"/>
          <p:nvPr/>
        </p:nvSpPr>
        <p:spPr>
          <a:xfrm>
            <a:off x="4978034" y="2082345"/>
            <a:ext cx="158698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773BA8-4C94-6180-D1F6-98D7DAE068C2}"/>
              </a:ext>
            </a:extLst>
          </p:cNvPr>
          <p:cNvSpPr txBox="1"/>
          <p:nvPr/>
        </p:nvSpPr>
        <p:spPr>
          <a:xfrm>
            <a:off x="2156524" y="2087388"/>
            <a:ext cx="282129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33D0B2A-CAD8-C87F-A6A0-E5868BAB5FDF}"/>
              </a:ext>
            </a:extLst>
          </p:cNvPr>
          <p:cNvSpPr/>
          <p:nvPr/>
        </p:nvSpPr>
        <p:spPr>
          <a:xfrm>
            <a:off x="2272020" y="2025043"/>
            <a:ext cx="56854" cy="56854"/>
          </a:xfrm>
          <a:prstGeom prst="ellipse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6DB12B2B-E304-662B-93DB-831627495A01}"/>
              </a:ext>
            </a:extLst>
          </p:cNvPr>
          <p:cNvSpPr/>
          <p:nvPr/>
        </p:nvSpPr>
        <p:spPr>
          <a:xfrm>
            <a:off x="5020616" y="2025043"/>
            <a:ext cx="56854" cy="56854"/>
          </a:xfrm>
          <a:prstGeom prst="ellipse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44949178-F8A7-4A0A-B246-2A1FC214049B}"/>
              </a:ext>
            </a:extLst>
          </p:cNvPr>
          <p:cNvSpPr/>
          <p:nvPr/>
        </p:nvSpPr>
        <p:spPr>
          <a:xfrm>
            <a:off x="578322" y="2335943"/>
            <a:ext cx="1515446" cy="2037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9B3B05F-599A-56FD-3039-FEDD8BCE195A}"/>
              </a:ext>
            </a:extLst>
          </p:cNvPr>
          <p:cNvSpPr/>
          <p:nvPr/>
        </p:nvSpPr>
        <p:spPr>
          <a:xfrm>
            <a:off x="643193" y="2269279"/>
            <a:ext cx="821175" cy="133685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형상 감사 규칙</a:t>
            </a:r>
            <a:endParaRPr lang="ko-KR" altLang="en-US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82D7A2A6-00FE-EB20-2F85-EC8DC35DA97E}"/>
              </a:ext>
            </a:extLst>
          </p:cNvPr>
          <p:cNvGrpSpPr/>
          <p:nvPr/>
        </p:nvGrpSpPr>
        <p:grpSpPr>
          <a:xfrm>
            <a:off x="1892070" y="2363253"/>
            <a:ext cx="155292" cy="149106"/>
            <a:chOff x="740157" y="2622669"/>
            <a:chExt cx="155292" cy="149106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ABB47BE5-E783-BC88-AA25-B2BA70757196}"/>
                </a:ext>
              </a:extLst>
            </p:cNvPr>
            <p:cNvSpPr/>
            <p:nvPr/>
          </p:nvSpPr>
          <p:spPr>
            <a:xfrm>
              <a:off x="740157" y="2622669"/>
              <a:ext cx="155292" cy="149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endParaRPr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3275D92B-3810-322A-7FCA-F43F583D4AE6}"/>
                </a:ext>
              </a:extLst>
            </p:cNvPr>
            <p:cNvSpPr/>
            <p:nvPr/>
          </p:nvSpPr>
          <p:spPr>
            <a:xfrm rot="10800000">
              <a:off x="749500" y="2653223"/>
              <a:ext cx="136605" cy="117763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endParaRPr>
            </a:p>
          </p:txBody>
        </p:sp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6F24D9D-F791-ED90-B1F0-A0D6EBD1D8C0}"/>
              </a:ext>
            </a:extLst>
          </p:cNvPr>
          <p:cNvSpPr/>
          <p:nvPr/>
        </p:nvSpPr>
        <p:spPr>
          <a:xfrm>
            <a:off x="631617" y="2397396"/>
            <a:ext cx="279893" cy="133685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…</a:t>
            </a:r>
            <a:endParaRPr lang="ko-KR" altLang="en-US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0CB93435-EE34-547F-7D2D-D23A91A69FD5}"/>
              </a:ext>
            </a:extLst>
          </p:cNvPr>
          <p:cNvSpPr/>
          <p:nvPr/>
        </p:nvSpPr>
        <p:spPr>
          <a:xfrm>
            <a:off x="5255722" y="2043435"/>
            <a:ext cx="1007179" cy="56710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85FB875-ABA3-484D-1F9E-5CC93E8F58EA}"/>
              </a:ext>
            </a:extLst>
          </p:cNvPr>
          <p:cNvSpPr/>
          <p:nvPr/>
        </p:nvSpPr>
        <p:spPr>
          <a:xfrm>
            <a:off x="5347938" y="1970696"/>
            <a:ext cx="821175" cy="133685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최근 감사 일자</a:t>
            </a:r>
            <a:endParaRPr lang="en-US" altLang="ko-KR" sz="105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D77883B-EA46-7914-43BB-1D9482F30FA0}"/>
              </a:ext>
            </a:extLst>
          </p:cNvPr>
          <p:cNvSpPr/>
          <p:nvPr/>
        </p:nvSpPr>
        <p:spPr>
          <a:xfrm>
            <a:off x="5347938" y="2278234"/>
            <a:ext cx="821175" cy="133685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>
                <a:solidFill>
                  <a:srgbClr val="00B05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26.07.18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F62F3213-74BE-B08E-19EA-EEBACEC288EE}"/>
              </a:ext>
            </a:extLst>
          </p:cNvPr>
          <p:cNvSpPr/>
          <p:nvPr/>
        </p:nvSpPr>
        <p:spPr>
          <a:xfrm>
            <a:off x="6355117" y="2043435"/>
            <a:ext cx="2251094" cy="3637216"/>
          </a:xfrm>
          <a:prstGeom prst="roundRect">
            <a:avLst>
              <a:gd name="adj" fmla="val 214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3384129-5D08-CE16-E855-B06A542C1371}"/>
              </a:ext>
            </a:extLst>
          </p:cNvPr>
          <p:cNvSpPr/>
          <p:nvPr/>
        </p:nvSpPr>
        <p:spPr>
          <a:xfrm>
            <a:off x="6533369" y="1980106"/>
            <a:ext cx="821175" cy="133685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형상 감사 내역</a:t>
            </a:r>
            <a:endParaRPr lang="en-US" altLang="ko-KR" sz="105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59F7702-0D30-11C1-072B-FA0718AF7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686" y="2092157"/>
            <a:ext cx="234830" cy="234830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188F5D1-F857-945E-123F-821D59E763EF}"/>
              </a:ext>
            </a:extLst>
          </p:cNvPr>
          <p:cNvSpPr/>
          <p:nvPr/>
        </p:nvSpPr>
        <p:spPr>
          <a:xfrm>
            <a:off x="6424625" y="2147555"/>
            <a:ext cx="1520220" cy="20372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r>
              <a:rPr lang="en-US" altLang="ko-KR" sz="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26.07.18(</a:t>
            </a:r>
            <a:r>
              <a:rPr lang="ko-KR" altLang="en-US" sz="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</a:t>
            </a:r>
            <a:r>
              <a:rPr lang="en-US" altLang="ko-KR" sz="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14:23:07</a:t>
            </a:r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18252880-21C8-4562-598E-BA9B19E7E376}"/>
              </a:ext>
            </a:extLst>
          </p:cNvPr>
          <p:cNvGrpSpPr/>
          <p:nvPr/>
        </p:nvGrpSpPr>
        <p:grpSpPr>
          <a:xfrm>
            <a:off x="7752491" y="2174865"/>
            <a:ext cx="155292" cy="149106"/>
            <a:chOff x="740157" y="2622669"/>
            <a:chExt cx="155292" cy="149106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7E23636B-788C-639F-980F-6881D004E2BA}"/>
                </a:ext>
              </a:extLst>
            </p:cNvPr>
            <p:cNvSpPr/>
            <p:nvPr/>
          </p:nvSpPr>
          <p:spPr>
            <a:xfrm>
              <a:off x="740157" y="2622669"/>
              <a:ext cx="155292" cy="149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endParaRPr>
            </a:p>
          </p:txBody>
        </p:sp>
        <p:sp>
          <p:nvSpPr>
            <p:cNvPr id="113" name="이등변 삼각형 112">
              <a:extLst>
                <a:ext uri="{FF2B5EF4-FFF2-40B4-BE49-F238E27FC236}">
                  <a16:creationId xmlns:a16="http://schemas.microsoft.com/office/drawing/2014/main" id="{DC89C2DA-A825-79BE-5CD9-C9B16579DD96}"/>
                </a:ext>
              </a:extLst>
            </p:cNvPr>
            <p:cNvSpPr/>
            <p:nvPr/>
          </p:nvSpPr>
          <p:spPr>
            <a:xfrm rot="10800000">
              <a:off x="749500" y="2653223"/>
              <a:ext cx="136605" cy="117763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08000" bIns="36000"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endParaRPr>
            </a:p>
          </p:txBody>
        </p:sp>
      </p:grp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AA66D8C7-D2C4-87C0-EDD7-486AE8C30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593899"/>
              </p:ext>
            </p:extLst>
          </p:nvPr>
        </p:nvGraphicFramePr>
        <p:xfrm>
          <a:off x="6527635" y="2408669"/>
          <a:ext cx="1885169" cy="1021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108">
                  <a:extLst>
                    <a:ext uri="{9D8B030D-6E8A-4147-A177-3AD203B41FA5}">
                      <a16:colId xmlns:a16="http://schemas.microsoft.com/office/drawing/2014/main" val="895131599"/>
                    </a:ext>
                  </a:extLst>
                </a:gridCol>
                <a:gridCol w="448931">
                  <a:extLst>
                    <a:ext uri="{9D8B030D-6E8A-4147-A177-3AD203B41FA5}">
                      <a16:colId xmlns:a16="http://schemas.microsoft.com/office/drawing/2014/main" val="624537064"/>
                    </a:ext>
                  </a:extLst>
                </a:gridCol>
                <a:gridCol w="378130">
                  <a:extLst>
                    <a:ext uri="{9D8B030D-6E8A-4147-A177-3AD203B41FA5}">
                      <a16:colId xmlns:a16="http://schemas.microsoft.com/office/drawing/2014/main" val="2342246678"/>
                    </a:ext>
                  </a:extLst>
                </a:gridCol>
              </a:tblGrid>
              <a:tr h="135218"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NG</a:t>
                      </a:r>
                      <a:endParaRPr lang="ko-KR" altLang="en-US" sz="12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rgbClr val="92D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OK</a:t>
                      </a:r>
                      <a:endParaRPr lang="ko-KR" altLang="en-US" sz="1200" b="1">
                        <a:solidFill>
                          <a:srgbClr val="92D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699348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</a:t>
                      </a:r>
                    </a:p>
                  </a:txBody>
                  <a:tcPr marL="0" marR="0" marT="0" marB="0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67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76076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</a:t>
                      </a:r>
                    </a:p>
                  </a:txBody>
                  <a:tcPr marL="0" marR="0" marT="0" marB="0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156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9636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이력 기술</a:t>
                      </a:r>
                    </a:p>
                  </a:txBody>
                  <a:tcPr marL="0" marR="0" marT="0" marB="0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36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39445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</a:t>
                      </a:r>
                    </a:p>
                  </a:txBody>
                  <a:tcPr marL="0" marR="0" marT="0" marB="0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143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737306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156</a:t>
                      </a:r>
                      <a:endParaRPr lang="ko-KR" altLang="en-US" sz="11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504974"/>
                  </a:ext>
                </a:extLst>
              </a:tr>
            </a:tbl>
          </a:graphicData>
        </a:graphic>
      </p:graphicFrame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7BB174CC-8BEF-53FE-9517-6E64D9FF7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86443"/>
              </p:ext>
            </p:extLst>
          </p:nvPr>
        </p:nvGraphicFramePr>
        <p:xfrm>
          <a:off x="6530932" y="3525508"/>
          <a:ext cx="18851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292">
                  <a:extLst>
                    <a:ext uri="{9D8B030D-6E8A-4147-A177-3AD203B41FA5}">
                      <a16:colId xmlns:a16="http://schemas.microsoft.com/office/drawing/2014/main" val="895131599"/>
                    </a:ext>
                  </a:extLst>
                </a:gridCol>
                <a:gridCol w="471292">
                  <a:extLst>
                    <a:ext uri="{9D8B030D-6E8A-4147-A177-3AD203B41FA5}">
                      <a16:colId xmlns:a16="http://schemas.microsoft.com/office/drawing/2014/main" val="624537064"/>
                    </a:ext>
                  </a:extLst>
                </a:gridCol>
                <a:gridCol w="471292">
                  <a:extLst>
                    <a:ext uri="{9D8B030D-6E8A-4147-A177-3AD203B41FA5}">
                      <a16:colId xmlns:a16="http://schemas.microsoft.com/office/drawing/2014/main" val="2342246678"/>
                    </a:ext>
                  </a:extLst>
                </a:gridCol>
                <a:gridCol w="471292">
                  <a:extLst>
                    <a:ext uri="{9D8B030D-6E8A-4147-A177-3AD203B41FA5}">
                      <a16:colId xmlns:a16="http://schemas.microsoft.com/office/drawing/2014/main" val="2563142799"/>
                    </a:ext>
                  </a:extLst>
                </a:gridCol>
              </a:tblGrid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SYS.1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SYS.2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SYS.3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SYS.4A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99348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76076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SYS.4B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SYS.5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SWE.1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SWE.2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9636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737306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SWE.3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SWE.4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SWE.5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SWE.6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504974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829350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HWE.1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HWE.2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HWE.3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HWE.4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489024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01917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SUP.1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SUP.8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SUP.9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SUP.10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60386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979572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MAN.3</a:t>
                      </a:r>
                      <a:endParaRPr lang="ko-KR" altLang="en-US" sz="1000" b="1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613111"/>
                  </a:ext>
                </a:extLst>
              </a:tr>
              <a:tr h="148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71753"/>
                  </a:ext>
                </a:extLst>
              </a:tr>
            </a:tbl>
          </a:graphicData>
        </a:graphic>
      </p:graphicFrame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38F1319-4F34-47D8-6516-E95F3F1B524B}"/>
              </a:ext>
            </a:extLst>
          </p:cNvPr>
          <p:cNvSpPr/>
          <p:nvPr/>
        </p:nvSpPr>
        <p:spPr>
          <a:xfrm>
            <a:off x="8127720" y="5369805"/>
            <a:ext cx="271425" cy="2606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120" name="그림 119">
            <a:extLst>
              <a:ext uri="{FF2B5EF4-FFF2-40B4-BE49-F238E27FC236}">
                <a16:creationId xmlns:a16="http://schemas.microsoft.com/office/drawing/2014/main" id="{44901D7E-3DFE-A751-09DC-43678CFBC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188" y="5379070"/>
            <a:ext cx="237660" cy="237660"/>
          </a:xfrm>
          <a:prstGeom prst="rect">
            <a:avLst/>
          </a:prstGeom>
        </p:spPr>
      </p:pic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49082984-5CE8-5B69-1741-28C43F6D5794}"/>
              </a:ext>
            </a:extLst>
          </p:cNvPr>
          <p:cNvSpPr/>
          <p:nvPr/>
        </p:nvSpPr>
        <p:spPr>
          <a:xfrm>
            <a:off x="6355117" y="5762333"/>
            <a:ext cx="2251094" cy="591398"/>
          </a:xfrm>
          <a:prstGeom prst="roundRect">
            <a:avLst>
              <a:gd name="adj" fmla="val 855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rPr>
              <a:t>레포트 생성</a:t>
            </a:r>
            <a:r>
              <a:rPr lang="en-US" altLang="ko-KR" sz="120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rPr>
              <a:t>(26.07.25)</a:t>
            </a:r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C57AD3D5-31B7-7B4D-CD7F-78518F22033C}"/>
              </a:ext>
            </a:extLst>
          </p:cNvPr>
          <p:cNvSpPr/>
          <p:nvPr/>
        </p:nvSpPr>
        <p:spPr>
          <a:xfrm>
            <a:off x="664565" y="3714566"/>
            <a:ext cx="877649" cy="203726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C1543DC7-D44E-6AEE-65EA-39E4C121BBAC}"/>
              </a:ext>
            </a:extLst>
          </p:cNvPr>
          <p:cNvSpPr/>
          <p:nvPr/>
        </p:nvSpPr>
        <p:spPr>
          <a:xfrm>
            <a:off x="1846168" y="3714566"/>
            <a:ext cx="877649" cy="203726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BBC09C7F-D810-9936-50EB-15E23A60D744}"/>
              </a:ext>
            </a:extLst>
          </p:cNvPr>
          <p:cNvSpPr/>
          <p:nvPr/>
        </p:nvSpPr>
        <p:spPr>
          <a:xfrm>
            <a:off x="2961929" y="3720179"/>
            <a:ext cx="877649" cy="203726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50BF2536-F0B0-AD45-4827-EBD313F11EB3}"/>
              </a:ext>
            </a:extLst>
          </p:cNvPr>
          <p:cNvSpPr/>
          <p:nvPr/>
        </p:nvSpPr>
        <p:spPr>
          <a:xfrm>
            <a:off x="4069987" y="3720179"/>
            <a:ext cx="950629" cy="203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업데이트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7DC4EB6E-38A4-8666-609C-DC0697523B3F}"/>
              </a:ext>
            </a:extLst>
          </p:cNvPr>
          <p:cNvSpPr/>
          <p:nvPr/>
        </p:nvSpPr>
        <p:spPr>
          <a:xfrm>
            <a:off x="5222369" y="3719304"/>
            <a:ext cx="877649" cy="20372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NG/PR </a:t>
            </a:r>
            <a:r>
              <a:rPr lang="ko-KR" altLang="en-US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929AC58-26E8-FBC4-D1F1-1F9983D35501}"/>
              </a:ext>
            </a:extLst>
          </p:cNvPr>
          <p:cNvSpPr/>
          <p:nvPr/>
        </p:nvSpPr>
        <p:spPr>
          <a:xfrm>
            <a:off x="600284" y="4439908"/>
            <a:ext cx="5564722" cy="19138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형상 감사 로그 표시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C6CC8A28-97B1-AF78-4618-4AAFA43BC8C3}"/>
              </a:ext>
            </a:extLst>
          </p:cNvPr>
          <p:cNvSpPr/>
          <p:nvPr/>
        </p:nvSpPr>
        <p:spPr>
          <a:xfrm>
            <a:off x="659897" y="4350441"/>
            <a:ext cx="408155" cy="16175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LOG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A536831B-CF5A-81CD-7713-449CE16100FA}"/>
              </a:ext>
            </a:extLst>
          </p:cNvPr>
          <p:cNvSpPr/>
          <p:nvPr/>
        </p:nvSpPr>
        <p:spPr>
          <a:xfrm>
            <a:off x="659897" y="4028310"/>
            <a:ext cx="877649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트래커 ↔ </a:t>
            </a:r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CIL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44/45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0F6EA02C-15A7-E6B0-5EDD-8FB602768B92}"/>
              </a:ext>
            </a:extLst>
          </p:cNvPr>
          <p:cNvSpPr/>
          <p:nvPr/>
        </p:nvSpPr>
        <p:spPr>
          <a:xfrm>
            <a:off x="1864688" y="3950756"/>
            <a:ext cx="949645" cy="435493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ts val="1000"/>
              </a:lnSpc>
            </a:pPr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Baseline     </a:t>
            </a:r>
            <a:r>
              <a:rPr lang="ko-KR" altLang="ko-KR" sz="1100">
                <a:solidFill>
                  <a:schemeClr val="tx1"/>
                </a:solidFill>
              </a:rPr>
              <a:t>✓</a:t>
            </a:r>
            <a:endParaRPr lang="en-US" altLang="ko-KR" sz="11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ts val="1000"/>
              </a:lnSpc>
            </a:pPr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CIL                </a:t>
            </a:r>
            <a:r>
              <a:rPr lang="ko-KR" altLang="ko-KR" sz="1100">
                <a:solidFill>
                  <a:schemeClr val="tx1"/>
                </a:solidFill>
              </a:rPr>
              <a:t>✓</a:t>
            </a:r>
            <a:endParaRPr lang="en-US" altLang="ko-KR" sz="11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ts val="1000"/>
              </a:lnSpc>
            </a:pPr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Tracekr      </a:t>
            </a:r>
            <a:r>
              <a:rPr lang="ko-KR" altLang="ko-KR" sz="1100">
                <a:solidFill>
                  <a:schemeClr val="tx1"/>
                </a:solidFill>
              </a:rPr>
              <a:t>✓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B5C8F48F-07A9-6156-B9ED-25692BC66EB2}"/>
              </a:ext>
            </a:extLst>
          </p:cNvPr>
          <p:cNvSpPr/>
          <p:nvPr/>
        </p:nvSpPr>
        <p:spPr>
          <a:xfrm>
            <a:off x="2977326" y="4046044"/>
            <a:ext cx="877649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감사 중</a:t>
            </a:r>
            <a:endParaRPr lang="en-US" altLang="ko-KR" sz="11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XX%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55163FFB-3FDE-391B-ECD0-EF2137005BE8}"/>
              </a:ext>
            </a:extLst>
          </p:cNvPr>
          <p:cNvSpPr/>
          <p:nvPr/>
        </p:nvSpPr>
        <p:spPr>
          <a:xfrm>
            <a:off x="4100643" y="4028310"/>
            <a:ext cx="877649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업데이트 완료</a:t>
            </a:r>
            <a:endParaRPr lang="en-US" altLang="ko-KR" sz="11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100%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F604ACE2-DC83-A0D3-0D48-ED932BBCDD62}"/>
              </a:ext>
            </a:extLst>
          </p:cNvPr>
          <p:cNvSpPr/>
          <p:nvPr/>
        </p:nvSpPr>
        <p:spPr>
          <a:xfrm>
            <a:off x="5231800" y="4028310"/>
            <a:ext cx="877649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</a:t>
            </a:r>
            <a:r>
              <a:rPr lang="ko-KR" altLang="en-US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작성 중</a:t>
            </a:r>
            <a:endParaRPr lang="en-US" altLang="ko-KR" sz="110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13/35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1" name="사각형: 둥근 모서리 1030">
            <a:extLst>
              <a:ext uri="{FF2B5EF4-FFF2-40B4-BE49-F238E27FC236}">
                <a16:creationId xmlns:a16="http://schemas.microsoft.com/office/drawing/2014/main" id="{6E262076-C721-4657-9DAE-1A90BDF837B2}"/>
              </a:ext>
            </a:extLst>
          </p:cNvPr>
          <p:cNvSpPr/>
          <p:nvPr/>
        </p:nvSpPr>
        <p:spPr>
          <a:xfrm>
            <a:off x="2895472" y="2962633"/>
            <a:ext cx="1126169" cy="32257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rPr>
              <a:t>형상 감사 시작</a:t>
            </a:r>
            <a:r>
              <a:rPr lang="en-US" altLang="ko-KR" sz="1200">
                <a:solidFill>
                  <a:schemeClr val="tx1"/>
                </a:solidFill>
                <a:latin typeface="Trebuchet MS" pitchFamily="34" charset="0"/>
                <a:ea typeface="휴먼모음T" pitchFamily="18" charset="-127"/>
              </a:rPr>
              <a:t>!</a:t>
            </a:r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D974E11C-A73D-FC9A-33E1-A0610E91F482}"/>
              </a:ext>
            </a:extLst>
          </p:cNvPr>
          <p:cNvCxnSpPr/>
          <p:nvPr/>
        </p:nvCxnSpPr>
        <p:spPr>
          <a:xfrm>
            <a:off x="1596647" y="3832899"/>
            <a:ext cx="2037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2BD92797-3441-903C-45DE-B154A09CB759}"/>
              </a:ext>
            </a:extLst>
          </p:cNvPr>
          <p:cNvCxnSpPr/>
          <p:nvPr/>
        </p:nvCxnSpPr>
        <p:spPr>
          <a:xfrm>
            <a:off x="2758203" y="3832899"/>
            <a:ext cx="2037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직선 화살표 연결선 1034">
            <a:extLst>
              <a:ext uri="{FF2B5EF4-FFF2-40B4-BE49-F238E27FC236}">
                <a16:creationId xmlns:a16="http://schemas.microsoft.com/office/drawing/2014/main" id="{8919DEBE-6512-B615-9489-A3D45A7C3B63}"/>
              </a:ext>
            </a:extLst>
          </p:cNvPr>
          <p:cNvCxnSpPr/>
          <p:nvPr/>
        </p:nvCxnSpPr>
        <p:spPr>
          <a:xfrm>
            <a:off x="3854975" y="3832899"/>
            <a:ext cx="2037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화살표 연결선 1035">
            <a:extLst>
              <a:ext uri="{FF2B5EF4-FFF2-40B4-BE49-F238E27FC236}">
                <a16:creationId xmlns:a16="http://schemas.microsoft.com/office/drawing/2014/main" id="{0F1CA3EF-09B7-E55A-9938-F9C9C8E59ED5}"/>
              </a:ext>
            </a:extLst>
          </p:cNvPr>
          <p:cNvCxnSpPr/>
          <p:nvPr/>
        </p:nvCxnSpPr>
        <p:spPr>
          <a:xfrm>
            <a:off x="5028074" y="3832899"/>
            <a:ext cx="2037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9FCD3F1D-6BD1-B2FC-0E68-F1A9C2AA29FA}"/>
              </a:ext>
            </a:extLst>
          </p:cNvPr>
          <p:cNvSpPr/>
          <p:nvPr/>
        </p:nvSpPr>
        <p:spPr>
          <a:xfrm>
            <a:off x="993371" y="3471805"/>
            <a:ext cx="235005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◉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D510B075-BB1F-9EDD-A1A7-8FD970868F4F}"/>
              </a:ext>
            </a:extLst>
          </p:cNvPr>
          <p:cNvSpPr/>
          <p:nvPr/>
        </p:nvSpPr>
        <p:spPr>
          <a:xfrm>
            <a:off x="2107162" y="3469990"/>
            <a:ext cx="235006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○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353A9C9B-3734-34A5-6C7B-39DE10F85892}"/>
              </a:ext>
            </a:extLst>
          </p:cNvPr>
          <p:cNvSpPr/>
          <p:nvPr/>
        </p:nvSpPr>
        <p:spPr>
          <a:xfrm>
            <a:off x="3202698" y="3469990"/>
            <a:ext cx="235006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○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3CE681E4-399F-D775-19EC-3DFAD8DE1DE5}"/>
              </a:ext>
            </a:extLst>
          </p:cNvPr>
          <p:cNvSpPr/>
          <p:nvPr/>
        </p:nvSpPr>
        <p:spPr>
          <a:xfrm>
            <a:off x="4349720" y="3471805"/>
            <a:ext cx="235005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◉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FA7BF35B-339C-EFBB-AE37-CF87D659CB00}"/>
              </a:ext>
            </a:extLst>
          </p:cNvPr>
          <p:cNvSpPr/>
          <p:nvPr/>
        </p:nvSpPr>
        <p:spPr>
          <a:xfrm>
            <a:off x="5523520" y="3471805"/>
            <a:ext cx="235005" cy="21211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◉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1043" name="표 1042">
            <a:extLst>
              <a:ext uri="{FF2B5EF4-FFF2-40B4-BE49-F238E27FC236}">
                <a16:creationId xmlns:a16="http://schemas.microsoft.com/office/drawing/2014/main" id="{3F6C7594-A10B-35DC-9E00-929D06E3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61557"/>
              </p:ext>
            </p:extLst>
          </p:nvPr>
        </p:nvGraphicFramePr>
        <p:xfrm>
          <a:off x="2475017" y="2230542"/>
          <a:ext cx="2346674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012">
                  <a:extLst>
                    <a:ext uri="{9D8B030D-6E8A-4147-A177-3AD203B41FA5}">
                      <a16:colId xmlns:a16="http://schemas.microsoft.com/office/drawing/2014/main" val="895131599"/>
                    </a:ext>
                  </a:extLst>
                </a:gridCol>
                <a:gridCol w="909662">
                  <a:extLst>
                    <a:ext uri="{9D8B030D-6E8A-4147-A177-3AD203B41FA5}">
                      <a16:colId xmlns:a16="http://schemas.microsoft.com/office/drawing/2014/main" val="624537064"/>
                    </a:ext>
                  </a:extLst>
                </a:gridCol>
              </a:tblGrid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#1 MileStone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까지</a:t>
                      </a:r>
                    </a:p>
                  </a:txBody>
                  <a:tcPr marL="0" marR="0" marT="0" marB="0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앞으로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78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39445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#2 MileStone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까지</a:t>
                      </a:r>
                    </a:p>
                  </a:txBody>
                  <a:tcPr marL="0" marR="0" marT="0" marB="0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앞으로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240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737306"/>
                  </a:ext>
                </a:extLst>
              </a:tr>
              <a:tr h="1205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#3 MileStone 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까지</a:t>
                      </a:r>
                    </a:p>
                  </a:txBody>
                  <a:tcPr marL="0" marR="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앞으로 </a:t>
                      </a:r>
                      <a:r>
                        <a:rPr lang="en-US" altLang="ko-KR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356</a:t>
                      </a:r>
                      <a:r>
                        <a:rPr lang="ko-KR" altLang="en-US" sz="11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</a:t>
                      </a:r>
                    </a:p>
                  </a:txBody>
                  <a:tcPr marL="0" marR="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504974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62D197A0-B263-6626-49CC-7E46F2ACC0A2}"/>
              </a:ext>
            </a:extLst>
          </p:cNvPr>
          <p:cNvSpPr/>
          <p:nvPr/>
        </p:nvSpPr>
        <p:spPr>
          <a:xfrm rot="19800000">
            <a:off x="4118033" y="3164447"/>
            <a:ext cx="3602001" cy="1199293"/>
          </a:xfrm>
          <a:prstGeom prst="rect">
            <a:avLst/>
          </a:prstGeom>
          <a:solidFill>
            <a:srgbClr val="FFC000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중단</a:t>
            </a:r>
            <a:endParaRPr lang="en-US" altLang="ko-KR" sz="20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김대현 사원 작업 중지</a:t>
            </a:r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1781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49D3-0070-B389-B016-74025FDC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A624CB9A-BD9B-4BB0-9C3F-82A56C20EDC6}"/>
              </a:ext>
            </a:extLst>
          </p:cNvPr>
          <p:cNvGraphicFramePr>
            <a:graphicFrameLocks noGrp="1"/>
          </p:cNvGraphicFramePr>
          <p:nvPr/>
        </p:nvGraphicFramePr>
        <p:xfrm>
          <a:off x="340746" y="1109481"/>
          <a:ext cx="11537406" cy="535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34">
                  <a:extLst>
                    <a:ext uri="{9D8B030D-6E8A-4147-A177-3AD203B41FA5}">
                      <a16:colId xmlns:a16="http://schemas.microsoft.com/office/drawing/2014/main" val="208040562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787775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99592244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1729588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8703358"/>
                    </a:ext>
                  </a:extLst>
                </a:gridCol>
                <a:gridCol w="2459314">
                  <a:extLst>
                    <a:ext uri="{9D8B030D-6E8A-4147-A177-3AD203B41FA5}">
                      <a16:colId xmlns:a16="http://schemas.microsoft.com/office/drawing/2014/main" val="69761974"/>
                    </a:ext>
                  </a:extLst>
                </a:gridCol>
                <a:gridCol w="405806">
                  <a:extLst>
                    <a:ext uri="{9D8B030D-6E8A-4147-A177-3AD203B41FA5}">
                      <a16:colId xmlns:a16="http://schemas.microsoft.com/office/drawing/2014/main" val="3190195433"/>
                    </a:ext>
                  </a:extLst>
                </a:gridCol>
                <a:gridCol w="2665572">
                  <a:extLst>
                    <a:ext uri="{9D8B030D-6E8A-4147-A177-3AD203B41FA5}">
                      <a16:colId xmlns:a16="http://schemas.microsoft.com/office/drawing/2014/main" val="3293110880"/>
                    </a:ext>
                  </a:extLst>
                </a:gridCol>
              </a:tblGrid>
              <a:tr h="1817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화면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메인화면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CM Tab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설계일자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26.06.17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작성자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명노아 사원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Description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04662"/>
                  </a:ext>
                </a:extLst>
              </a:tr>
              <a:tr h="756394">
                <a:tc rowSpan="14" gridSpan="6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23793"/>
                  </a:ext>
                </a:extLst>
              </a:tr>
              <a:tr h="756394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38692"/>
                  </a:ext>
                </a:extLst>
              </a:tr>
              <a:tr h="756394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72158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98724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199917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72854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00735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306441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258769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677839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87194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241842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35199"/>
                  </a:ext>
                </a:extLst>
              </a:tr>
              <a:tr h="26431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08634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DD658F51-3AD0-F506-1F1E-DEB9BE83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기능사양서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9AA3FC6-4BBB-7688-04C0-3620942E6713}"/>
              </a:ext>
            </a:extLst>
          </p:cNvPr>
          <p:cNvGrpSpPr/>
          <p:nvPr/>
        </p:nvGrpSpPr>
        <p:grpSpPr>
          <a:xfrm>
            <a:off x="438896" y="811839"/>
            <a:ext cx="1785769" cy="246221"/>
            <a:chOff x="438896" y="811839"/>
            <a:chExt cx="1785769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B3C8CF-7A89-9D7E-FCC3-2F98FDB1A8F5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2631DA-9CBA-3E75-CC9E-338C9520F8D8}"/>
                </a:ext>
              </a:extLst>
            </p:cNvPr>
            <p:cNvSpPr txBox="1"/>
            <p:nvPr/>
          </p:nvSpPr>
          <p:spPr>
            <a:xfrm>
              <a:off x="695400" y="811839"/>
              <a:ext cx="152926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화면 설계도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(</a:t>
              </a:r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메인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)</a:t>
              </a:r>
              <a:endParaRPr lang="ko-KR" altLang="en-US" sz="1600" b="1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1E35D257-2ABB-0F73-9E54-B50E9CB76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319459"/>
            <a:ext cx="7647573" cy="50983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6DEC179-9F14-713B-3092-67F31722AA49}"/>
              </a:ext>
            </a:extLst>
          </p:cNvPr>
          <p:cNvSpPr/>
          <p:nvPr/>
        </p:nvSpPr>
        <p:spPr>
          <a:xfrm>
            <a:off x="738376" y="1319459"/>
            <a:ext cx="7647573" cy="509838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1026" name="Picture 2" descr="codebeamer Reviews Jun 2026: Pricing &amp; Features | SoftwareWorld">
            <a:extLst>
              <a:ext uri="{FF2B5EF4-FFF2-40B4-BE49-F238E27FC236}">
                <a16:creationId xmlns:a16="http://schemas.microsoft.com/office/drawing/2014/main" id="{BECC1D0B-29B7-EC5F-5B8A-C891F93DB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15" y="1359534"/>
            <a:ext cx="172085" cy="17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D1FCF9F-D3BD-6D6F-8218-CBB7758C61A8}"/>
              </a:ext>
            </a:extLst>
          </p:cNvPr>
          <p:cNvSpPr/>
          <p:nvPr/>
        </p:nvSpPr>
        <p:spPr>
          <a:xfrm rot="19800000">
            <a:off x="4118033" y="3164447"/>
            <a:ext cx="3602001" cy="1199293"/>
          </a:xfrm>
          <a:prstGeom prst="rect">
            <a:avLst/>
          </a:prstGeom>
          <a:solidFill>
            <a:srgbClr val="FFC000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중단</a:t>
            </a:r>
            <a:endParaRPr lang="en-US" altLang="ko-KR" sz="20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김대현 사원 작업 중지</a:t>
            </a:r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9822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C366-AF17-1A75-A677-255E3E99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20D89F75-BA9E-B8B7-AE2F-2482E03C2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195668"/>
              </p:ext>
            </p:extLst>
          </p:nvPr>
        </p:nvGraphicFramePr>
        <p:xfrm>
          <a:off x="340746" y="1109481"/>
          <a:ext cx="11537406" cy="535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34">
                  <a:extLst>
                    <a:ext uri="{9D8B030D-6E8A-4147-A177-3AD203B41FA5}">
                      <a16:colId xmlns:a16="http://schemas.microsoft.com/office/drawing/2014/main" val="208040562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787775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99592244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1729588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8703358"/>
                    </a:ext>
                  </a:extLst>
                </a:gridCol>
                <a:gridCol w="2459314">
                  <a:extLst>
                    <a:ext uri="{9D8B030D-6E8A-4147-A177-3AD203B41FA5}">
                      <a16:colId xmlns:a16="http://schemas.microsoft.com/office/drawing/2014/main" val="69761974"/>
                    </a:ext>
                  </a:extLst>
                </a:gridCol>
                <a:gridCol w="405806">
                  <a:extLst>
                    <a:ext uri="{9D8B030D-6E8A-4147-A177-3AD203B41FA5}">
                      <a16:colId xmlns:a16="http://schemas.microsoft.com/office/drawing/2014/main" val="3190195433"/>
                    </a:ext>
                  </a:extLst>
                </a:gridCol>
                <a:gridCol w="2665572">
                  <a:extLst>
                    <a:ext uri="{9D8B030D-6E8A-4147-A177-3AD203B41FA5}">
                      <a16:colId xmlns:a16="http://schemas.microsoft.com/office/drawing/2014/main" val="3293110880"/>
                    </a:ext>
                  </a:extLst>
                </a:gridCol>
              </a:tblGrid>
              <a:tr h="1817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화면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메인화면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CM Tab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설계일자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26.06.17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작성자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명노아 사원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Description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04662"/>
                  </a:ext>
                </a:extLst>
              </a:tr>
              <a:tr h="5176625">
                <a:tc gridSpan="6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기본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UI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설계도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23793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59AFC90D-AC42-0DB6-661F-21689F0C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기능사양서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DBAD69F-FE63-4AB5-ACFF-73BBF0803491}"/>
              </a:ext>
            </a:extLst>
          </p:cNvPr>
          <p:cNvSpPr/>
          <p:nvPr/>
        </p:nvSpPr>
        <p:spPr>
          <a:xfrm>
            <a:off x="2658774" y="1836567"/>
            <a:ext cx="3833880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4C330CD-3E0B-43C3-1E32-ACE4991D8327}"/>
              </a:ext>
            </a:extLst>
          </p:cNvPr>
          <p:cNvGrpSpPr/>
          <p:nvPr/>
        </p:nvGrpSpPr>
        <p:grpSpPr>
          <a:xfrm>
            <a:off x="438896" y="811839"/>
            <a:ext cx="1785769" cy="246221"/>
            <a:chOff x="438896" y="811839"/>
            <a:chExt cx="1785769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3B3788-2CC9-7031-4414-5FB837C597C0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927298-6A1F-1000-BFA2-5401F86CEC52}"/>
                </a:ext>
              </a:extLst>
            </p:cNvPr>
            <p:cNvSpPr txBox="1"/>
            <p:nvPr/>
          </p:nvSpPr>
          <p:spPr>
            <a:xfrm>
              <a:off x="695400" y="811839"/>
              <a:ext cx="152926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화면 설계도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(</a:t>
              </a:r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메인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)</a:t>
              </a:r>
              <a:endParaRPr lang="ko-KR" altLang="en-US" sz="1600" b="1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E4715505-04B6-3DBE-3EFF-84874707E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319459"/>
            <a:ext cx="7647573" cy="5098382"/>
          </a:xfrm>
          <a:prstGeom prst="rect">
            <a:avLst/>
          </a:prstGeom>
        </p:spPr>
      </p:pic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4600768E-3E94-000A-EA56-CA1DBB661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300887"/>
              </p:ext>
            </p:extLst>
          </p:nvPr>
        </p:nvGraphicFramePr>
        <p:xfrm>
          <a:off x="738376" y="1340710"/>
          <a:ext cx="7647573" cy="5034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57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</a:tblGrid>
              <a:tr h="19706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2237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461385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7924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6457F92-B660-AA2B-145F-D8D932E3E1C9}"/>
              </a:ext>
            </a:extLst>
          </p:cNvPr>
          <p:cNvSpPr txBox="1"/>
          <p:nvPr/>
        </p:nvSpPr>
        <p:spPr>
          <a:xfrm>
            <a:off x="980613" y="1372018"/>
            <a:ext cx="15292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Codebeamer CM Manager v1.0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1" name="사각형: 둥근 모서리 2050">
            <a:extLst>
              <a:ext uri="{FF2B5EF4-FFF2-40B4-BE49-F238E27FC236}">
                <a16:creationId xmlns:a16="http://schemas.microsoft.com/office/drawing/2014/main" id="{A55DDB1F-4EB5-E6BE-E668-F498C18240E2}"/>
              </a:ext>
            </a:extLst>
          </p:cNvPr>
          <p:cNvSpPr/>
          <p:nvPr/>
        </p:nvSpPr>
        <p:spPr>
          <a:xfrm>
            <a:off x="1380828" y="1559249"/>
            <a:ext cx="501915" cy="378517"/>
          </a:xfrm>
          <a:prstGeom prst="roundRect">
            <a:avLst>
              <a:gd name="adj" fmla="val 86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F276F6B7-FA4D-8694-5786-1FC931F267D5}"/>
              </a:ext>
            </a:extLst>
          </p:cNvPr>
          <p:cNvSpPr/>
          <p:nvPr/>
        </p:nvSpPr>
        <p:spPr>
          <a:xfrm>
            <a:off x="878913" y="1559249"/>
            <a:ext cx="501915" cy="378517"/>
          </a:xfrm>
          <a:prstGeom prst="roundRect">
            <a:avLst>
              <a:gd name="adj" fmla="val 8614"/>
            </a:avLst>
          </a:prstGeom>
          <a:solidFill>
            <a:srgbClr val="7F7F7F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879553EE-347F-3551-4875-084DF3CFE23B}"/>
              </a:ext>
            </a:extLst>
          </p:cNvPr>
          <p:cNvSpPr/>
          <p:nvPr/>
        </p:nvSpPr>
        <p:spPr>
          <a:xfrm>
            <a:off x="2715655" y="1836567"/>
            <a:ext cx="375335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676CCDB5-07B6-47B2-9D64-B4D4F75CEFD7}"/>
              </a:ext>
            </a:extLst>
          </p:cNvPr>
          <p:cNvSpPr/>
          <p:nvPr/>
        </p:nvSpPr>
        <p:spPr>
          <a:xfrm>
            <a:off x="6525793" y="1836567"/>
            <a:ext cx="172923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AF6870B2-1A7C-CF53-2AAE-20AE8AD6130E}"/>
              </a:ext>
            </a:extLst>
          </p:cNvPr>
          <p:cNvSpPr/>
          <p:nvPr/>
        </p:nvSpPr>
        <p:spPr>
          <a:xfrm>
            <a:off x="856773" y="4242144"/>
            <a:ext cx="3733040" cy="2029115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D528E34-CD8D-013B-6323-DBF7921C9A64}"/>
              </a:ext>
            </a:extLst>
          </p:cNvPr>
          <p:cNvSpPr/>
          <p:nvPr/>
        </p:nvSpPr>
        <p:spPr>
          <a:xfrm>
            <a:off x="856773" y="1836567"/>
            <a:ext cx="1751893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8FD51-75AE-80C7-124E-CAE7F81AE5C5}"/>
              </a:ext>
            </a:extLst>
          </p:cNvPr>
          <p:cNvSpPr txBox="1"/>
          <p:nvPr/>
        </p:nvSpPr>
        <p:spPr>
          <a:xfrm>
            <a:off x="1119228" y="1926350"/>
            <a:ext cx="16671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398BF-36AC-7619-EBD6-64E2CC38DF64}"/>
              </a:ext>
            </a:extLst>
          </p:cNvPr>
          <p:cNvSpPr txBox="1"/>
          <p:nvPr/>
        </p:nvSpPr>
        <p:spPr>
          <a:xfrm>
            <a:off x="2954918" y="1930160"/>
            <a:ext cx="69249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타임라인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FD13F6A4-0F54-7CD8-61B3-BFACDBE74279}"/>
              </a:ext>
            </a:extLst>
          </p:cNvPr>
          <p:cNvSpPr/>
          <p:nvPr/>
        </p:nvSpPr>
        <p:spPr>
          <a:xfrm>
            <a:off x="856773" y="3170287"/>
            <a:ext cx="7398254" cy="1020713"/>
          </a:xfrm>
          <a:prstGeom prst="roundRect">
            <a:avLst>
              <a:gd name="adj" fmla="val 530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AF079-3D51-91C6-6A6E-91681B31B1E5}"/>
              </a:ext>
            </a:extLst>
          </p:cNvPr>
          <p:cNvSpPr txBox="1"/>
          <p:nvPr/>
        </p:nvSpPr>
        <p:spPr>
          <a:xfrm>
            <a:off x="6781400" y="1926350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감사 일자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95F82-4247-EC38-16EF-DF98E0889AB9}"/>
              </a:ext>
            </a:extLst>
          </p:cNvPr>
          <p:cNvSpPr txBox="1"/>
          <p:nvPr/>
        </p:nvSpPr>
        <p:spPr>
          <a:xfrm>
            <a:off x="1102894" y="3237725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수행 단계 선택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2F2C9C-ADDE-8538-7E2D-FBA919902654}"/>
              </a:ext>
            </a:extLst>
          </p:cNvPr>
          <p:cNvSpPr txBox="1"/>
          <p:nvPr/>
        </p:nvSpPr>
        <p:spPr>
          <a:xfrm>
            <a:off x="1106306" y="4323016"/>
            <a:ext cx="60775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내역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D98C4E-5A3B-ADB6-FACB-5C3A791CF6E8}"/>
              </a:ext>
            </a:extLst>
          </p:cNvPr>
          <p:cNvSpPr txBox="1"/>
          <p:nvPr/>
        </p:nvSpPr>
        <p:spPr>
          <a:xfrm>
            <a:off x="1423495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FB941-615F-657B-7AC5-2384D414EFFA}"/>
              </a:ext>
            </a:extLst>
          </p:cNvPr>
          <p:cNvSpPr txBox="1"/>
          <p:nvPr/>
        </p:nvSpPr>
        <p:spPr>
          <a:xfrm>
            <a:off x="2851924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4421E-CB2F-4B80-0406-FF9DF68241F3}"/>
              </a:ext>
            </a:extLst>
          </p:cNvPr>
          <p:cNvSpPr txBox="1"/>
          <p:nvPr/>
        </p:nvSpPr>
        <p:spPr>
          <a:xfrm>
            <a:off x="4406404" y="3452190"/>
            <a:ext cx="39113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EFC8AC-F022-BBF0-1970-AABD25738517}"/>
              </a:ext>
            </a:extLst>
          </p:cNvPr>
          <p:cNvSpPr txBox="1"/>
          <p:nvPr/>
        </p:nvSpPr>
        <p:spPr>
          <a:xfrm>
            <a:off x="5842774" y="3452190"/>
            <a:ext cx="53219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업데이트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F2125E-FBAD-C7EB-F776-4DA066E2FF02}"/>
              </a:ext>
            </a:extLst>
          </p:cNvPr>
          <p:cNvSpPr txBox="1"/>
          <p:nvPr/>
        </p:nvSpPr>
        <p:spPr>
          <a:xfrm>
            <a:off x="7275334" y="3452190"/>
            <a:ext cx="49372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NG/PR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B4E40C-1662-A514-F148-66E137A10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60" y="3423419"/>
            <a:ext cx="205764" cy="2057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E93232B-023E-3925-1146-8F5289C89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17" y="3423419"/>
            <a:ext cx="205764" cy="20576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AA8A4E8-F7EC-6A9A-386B-84B6D576E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228" y="3394481"/>
            <a:ext cx="131820" cy="13182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C927B842-C411-3343-3ABE-5F2798656344}"/>
              </a:ext>
            </a:extLst>
          </p:cNvPr>
          <p:cNvSpPr/>
          <p:nvPr/>
        </p:nvSpPr>
        <p:spPr>
          <a:xfrm>
            <a:off x="5558790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48DC390-5B12-4305-7477-EE4F84261597}"/>
              </a:ext>
            </a:extLst>
          </p:cNvPr>
          <p:cNvSpPr/>
          <p:nvPr/>
        </p:nvSpPr>
        <p:spPr>
          <a:xfrm>
            <a:off x="6996509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2F2BA94-1DE7-C9DF-DE89-CE2C5A9028CF}"/>
              </a:ext>
            </a:extLst>
          </p:cNvPr>
          <p:cNvSpPr/>
          <p:nvPr/>
        </p:nvSpPr>
        <p:spPr>
          <a:xfrm>
            <a:off x="1162836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F31E999-9817-DE8B-A606-0BAF2CBFA52C}"/>
              </a:ext>
            </a:extLst>
          </p:cNvPr>
          <p:cNvSpPr/>
          <p:nvPr/>
        </p:nvSpPr>
        <p:spPr>
          <a:xfrm>
            <a:off x="2584954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499CE88-9C5F-D2DB-8756-C2975AA865E5}"/>
              </a:ext>
            </a:extLst>
          </p:cNvPr>
          <p:cNvSpPr/>
          <p:nvPr/>
        </p:nvSpPr>
        <p:spPr>
          <a:xfrm>
            <a:off x="4082175" y="3452190"/>
            <a:ext cx="160020" cy="160020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F60D9F0-5F09-AA10-F3FA-081A095DF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825" y="3394481"/>
            <a:ext cx="131820" cy="13182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1B3D477-84FF-11B1-77CC-37DBF0A96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448" y="3394481"/>
            <a:ext cx="131820" cy="13182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5E774DD-471A-CFDA-8871-C5A6620391F2}"/>
              </a:ext>
            </a:extLst>
          </p:cNvPr>
          <p:cNvSpPr/>
          <p:nvPr/>
        </p:nvSpPr>
        <p:spPr>
          <a:xfrm>
            <a:off x="6437071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FF1D39C-AC58-05FD-D685-D4D3E7576220}"/>
              </a:ext>
            </a:extLst>
          </p:cNvPr>
          <p:cNvSpPr/>
          <p:nvPr/>
        </p:nvSpPr>
        <p:spPr>
          <a:xfrm>
            <a:off x="7846590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A53802B-9A65-1D02-3157-B2560EFB243E}"/>
              </a:ext>
            </a:extLst>
          </p:cNvPr>
          <p:cNvSpPr/>
          <p:nvPr/>
        </p:nvSpPr>
        <p:spPr>
          <a:xfrm flipV="1">
            <a:off x="1168297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2314C7-979A-E2A8-8C80-4C35F1D66C43}"/>
              </a:ext>
            </a:extLst>
          </p:cNvPr>
          <p:cNvSpPr txBox="1"/>
          <p:nvPr/>
        </p:nvSpPr>
        <p:spPr>
          <a:xfrm>
            <a:off x="2078943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BFC84C2-3EA9-B078-347A-A0D1AAF213D0}"/>
              </a:ext>
            </a:extLst>
          </p:cNvPr>
          <p:cNvSpPr/>
          <p:nvPr/>
        </p:nvSpPr>
        <p:spPr>
          <a:xfrm flipV="1">
            <a:off x="2582609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F34F5A-2CE2-8C27-2392-DC51A2D069A0}"/>
              </a:ext>
            </a:extLst>
          </p:cNvPr>
          <p:cNvSpPr txBox="1"/>
          <p:nvPr/>
        </p:nvSpPr>
        <p:spPr>
          <a:xfrm>
            <a:off x="3493255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ED051F-F9EA-4641-CA8F-05EABEE620EE}"/>
              </a:ext>
            </a:extLst>
          </p:cNvPr>
          <p:cNvSpPr txBox="1"/>
          <p:nvPr/>
        </p:nvSpPr>
        <p:spPr>
          <a:xfrm>
            <a:off x="1454256" y="3573019"/>
            <a:ext cx="27732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↔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8795E2-0264-4B94-5404-F5DD05174686}"/>
              </a:ext>
            </a:extLst>
          </p:cNvPr>
          <p:cNvSpPr txBox="1"/>
          <p:nvPr/>
        </p:nvSpPr>
        <p:spPr>
          <a:xfrm>
            <a:off x="2845471" y="3565250"/>
            <a:ext cx="6588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Baseline/CIL/Tracker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9A29ED-5579-6D64-0E4F-4C24E0C30E9F}"/>
              </a:ext>
            </a:extLst>
          </p:cNvPr>
          <p:cNvSpPr txBox="1"/>
          <p:nvPr/>
        </p:nvSpPr>
        <p:spPr>
          <a:xfrm>
            <a:off x="4393292" y="3565250"/>
            <a:ext cx="527388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기반 감사 진행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78E3F5-2563-93C2-08E9-80FBBE8690F1}"/>
              </a:ext>
            </a:extLst>
          </p:cNvPr>
          <p:cNvSpPr txBox="1"/>
          <p:nvPr/>
        </p:nvSpPr>
        <p:spPr>
          <a:xfrm>
            <a:off x="5812960" y="3565250"/>
            <a:ext cx="6059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감사결과 업데이트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36ECDC-7360-8EE7-1224-6924A10A60C3}"/>
              </a:ext>
            </a:extLst>
          </p:cNvPr>
          <p:cNvSpPr txBox="1"/>
          <p:nvPr/>
        </p:nvSpPr>
        <p:spPr>
          <a:xfrm>
            <a:off x="7219228" y="3565250"/>
            <a:ext cx="520976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차종이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ASIL A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50" name="Picture 2" descr="설정 - 무료 ui개 아이콘">
            <a:extLst>
              <a:ext uri="{FF2B5EF4-FFF2-40B4-BE49-F238E27FC236}">
                <a16:creationId xmlns:a16="http://schemas.microsoft.com/office/drawing/2014/main" id="{6D130D17-3536-3AAD-9E10-A5367E374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26" y="1889752"/>
            <a:ext cx="166712" cy="16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27376318-7A60-F8D1-F6CE-D4658FAA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581" y="1902112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0971F01B-FE4B-0B0D-52FE-A7AF4C3BC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063" y="1896924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D1932B4-3A45-266B-9AF2-B271719499DC}"/>
              </a:ext>
            </a:extLst>
          </p:cNvPr>
          <p:cNvSpPr txBox="1"/>
          <p:nvPr/>
        </p:nvSpPr>
        <p:spPr>
          <a:xfrm>
            <a:off x="976086" y="2156341"/>
            <a:ext cx="4440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차종 프로젝트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CC331C-F729-80D6-BA03-243D3BB40116}"/>
              </a:ext>
            </a:extLst>
          </p:cNvPr>
          <p:cNvSpPr txBox="1"/>
          <p:nvPr/>
        </p:nvSpPr>
        <p:spPr>
          <a:xfrm>
            <a:off x="976086" y="2615505"/>
            <a:ext cx="46487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규칙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127694D-71A4-B8B4-1208-E9353D599C03}"/>
              </a:ext>
            </a:extLst>
          </p:cNvPr>
          <p:cNvSpPr/>
          <p:nvPr/>
        </p:nvSpPr>
        <p:spPr>
          <a:xfrm>
            <a:off x="948690" y="2261781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GM_9BQX_HL_LDM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CD04EE3-1A69-4EC2-C8FD-B785E3CD6605}"/>
              </a:ext>
            </a:extLst>
          </p:cNvPr>
          <p:cNvSpPr/>
          <p:nvPr/>
        </p:nvSpPr>
        <p:spPr>
          <a:xfrm>
            <a:off x="948690" y="2722260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ASPICE v4.0               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1996C6-FADB-5A9F-B0E5-007A389FD96C}"/>
              </a:ext>
            </a:extLst>
          </p:cNvPr>
          <p:cNvSpPr txBox="1"/>
          <p:nvPr/>
        </p:nvSpPr>
        <p:spPr>
          <a:xfrm>
            <a:off x="6754089" y="2325615"/>
            <a:ext cx="128560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10913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</a:t>
            </a:r>
            <a:endParaRPr lang="ko-KR" altLang="en-US" sz="2400" b="1" dirty="0" err="1">
              <a:solidFill>
                <a:srgbClr val="109134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FE98E1-4F98-5560-D6CB-5FBAF17C2B3B}"/>
              </a:ext>
            </a:extLst>
          </p:cNvPr>
          <p:cNvSpPr txBox="1"/>
          <p:nvPr/>
        </p:nvSpPr>
        <p:spPr>
          <a:xfrm>
            <a:off x="6915196" y="2720409"/>
            <a:ext cx="3959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</a:t>
            </a:r>
            <a:r>
              <a:rPr lang="en-US" altLang="ko-KR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169</a:t>
            </a:r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73777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0E221C-DE08-FDC4-756C-D7642667D7D8}"/>
              </a:ext>
            </a:extLst>
          </p:cNvPr>
          <p:cNvSpPr txBox="1"/>
          <p:nvPr/>
        </p:nvSpPr>
        <p:spPr>
          <a:xfrm>
            <a:off x="7439622" y="2715674"/>
            <a:ext cx="3911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NG 13</a:t>
            </a:r>
            <a:r>
              <a:rPr lang="ko-KR" altLang="en-US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F16A8C3-B635-E239-6D47-CFDE54D6571F}"/>
              </a:ext>
            </a:extLst>
          </p:cNvPr>
          <p:cNvSpPr/>
          <p:nvPr/>
        </p:nvSpPr>
        <p:spPr>
          <a:xfrm>
            <a:off x="3848100" y="3946461"/>
            <a:ext cx="1371600" cy="2039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형상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시작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18806538-4565-E64F-51B9-1A364AB77937}"/>
              </a:ext>
            </a:extLst>
          </p:cNvPr>
          <p:cNvSpPr/>
          <p:nvPr/>
        </p:nvSpPr>
        <p:spPr>
          <a:xfrm rot="5400000">
            <a:off x="4127390" y="3991773"/>
            <a:ext cx="131493" cy="113356"/>
          </a:xfrm>
          <a:prstGeom prst="triangl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54" name="Picture 6" descr="List - Free interface icons">
            <a:extLst>
              <a:ext uri="{FF2B5EF4-FFF2-40B4-BE49-F238E27FC236}">
                <a16:creationId xmlns:a16="http://schemas.microsoft.com/office/drawing/2014/main" id="{176DEDE8-1EF2-3D0D-B4DA-9BA19613C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38" y="3213174"/>
            <a:ext cx="141565" cy="14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lue Document Icon for Websites and Apps">
            <a:extLst>
              <a:ext uri="{FF2B5EF4-FFF2-40B4-BE49-F238E27FC236}">
                <a16:creationId xmlns:a16="http://schemas.microsoft.com/office/drawing/2014/main" id="{C57EB663-FC6C-149C-D7C5-A591FE570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99" y="4284418"/>
            <a:ext cx="182966" cy="16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B742C84-FF47-990D-D37A-DA3485EAFD14}"/>
              </a:ext>
            </a:extLst>
          </p:cNvPr>
          <p:cNvSpPr/>
          <p:nvPr/>
        </p:nvSpPr>
        <p:spPr>
          <a:xfrm>
            <a:off x="1073333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D0D826A-BA37-C004-8CD2-FFBA82164A56}"/>
              </a:ext>
            </a:extLst>
          </p:cNvPr>
          <p:cNvSpPr/>
          <p:nvPr/>
        </p:nvSpPr>
        <p:spPr>
          <a:xfrm>
            <a:off x="2503300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3B86ACC-6D4D-0796-D7C9-1BE79AAE1280}"/>
              </a:ext>
            </a:extLst>
          </p:cNvPr>
          <p:cNvSpPr/>
          <p:nvPr/>
        </p:nvSpPr>
        <p:spPr>
          <a:xfrm>
            <a:off x="3990425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CE9F891-B480-51FF-FEB5-BE3D6DEFED11}"/>
              </a:ext>
            </a:extLst>
          </p:cNvPr>
          <p:cNvSpPr/>
          <p:nvPr/>
        </p:nvSpPr>
        <p:spPr>
          <a:xfrm>
            <a:off x="546823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BBB65C3C-4A38-87F4-30A6-04B4AAE6F568}"/>
              </a:ext>
            </a:extLst>
          </p:cNvPr>
          <p:cNvSpPr/>
          <p:nvPr/>
        </p:nvSpPr>
        <p:spPr>
          <a:xfrm>
            <a:off x="691519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19D71C3-61C0-6F0B-2CA5-FD62E0E29EB8}"/>
              </a:ext>
            </a:extLst>
          </p:cNvPr>
          <p:cNvSpPr/>
          <p:nvPr/>
        </p:nvSpPr>
        <p:spPr>
          <a:xfrm>
            <a:off x="2549883" y="4305867"/>
            <a:ext cx="1337995" cy="142715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26.07.18(</a:t>
            </a:r>
            <a:r>
              <a:rPr lang="ko-KR" altLang="en-US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</a:t>
            </a:r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14:23:07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CB9B2DA5-9B9C-E51E-135E-B2E3FB1D865F}"/>
              </a:ext>
            </a:extLst>
          </p:cNvPr>
          <p:cNvSpPr/>
          <p:nvPr/>
        </p:nvSpPr>
        <p:spPr>
          <a:xfrm>
            <a:off x="3962288" y="4305867"/>
            <a:ext cx="493969" cy="142715"/>
          </a:xfrm>
          <a:prstGeom prst="roundRect">
            <a:avLst/>
          </a:prstGeom>
          <a:solidFill>
            <a:srgbClr val="155FE8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링크</a:t>
            </a:r>
            <a:endParaRPr lang="ko-KR" altLang="en-US" sz="6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1" name="Picture 12" descr="Link - Free multimedia icons">
            <a:extLst>
              <a:ext uri="{FF2B5EF4-FFF2-40B4-BE49-F238E27FC236}">
                <a16:creationId xmlns:a16="http://schemas.microsoft.com/office/drawing/2014/main" id="{9D98103C-86E5-D04A-4639-1B113725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230" y="4320367"/>
            <a:ext cx="125329" cy="1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FBD5D24A-BC12-BE3D-9085-08A386F10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019186"/>
              </p:ext>
            </p:extLst>
          </p:nvPr>
        </p:nvGraphicFramePr>
        <p:xfrm>
          <a:off x="2851923" y="2590016"/>
          <a:ext cx="3486165" cy="48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170656081"/>
                    </a:ext>
                  </a:extLst>
                </a:gridCol>
              </a:tblGrid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26.07.15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D-78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M/Car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26.11.15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27.05.15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D-240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27.06.01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#3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27.09.15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D-356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#4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D-412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27.11.01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AB5C1C2-9088-E582-CA1B-561E0B8D4BB0}"/>
              </a:ext>
            </a:extLst>
          </p:cNvPr>
          <p:cNvSpPr/>
          <p:nvPr/>
        </p:nvSpPr>
        <p:spPr>
          <a:xfrm flipV="1">
            <a:off x="2829219" y="2286223"/>
            <a:ext cx="3486165" cy="49194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052C56-E83E-66B0-5562-9013297BBD2D}"/>
              </a:ext>
            </a:extLst>
          </p:cNvPr>
          <p:cNvSpPr txBox="1"/>
          <p:nvPr/>
        </p:nvSpPr>
        <p:spPr>
          <a:xfrm>
            <a:off x="5204425" y="1902112"/>
            <a:ext cx="282129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40D9924-A972-E12A-BC17-B8A443208001}"/>
              </a:ext>
            </a:extLst>
          </p:cNvPr>
          <p:cNvSpPr txBox="1"/>
          <p:nvPr/>
        </p:nvSpPr>
        <p:spPr>
          <a:xfrm>
            <a:off x="5908005" y="1902112"/>
            <a:ext cx="158698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1E8E7E99-B3CF-E0C0-D327-13D661627785}"/>
              </a:ext>
            </a:extLst>
          </p:cNvPr>
          <p:cNvSpPr/>
          <p:nvPr/>
        </p:nvSpPr>
        <p:spPr>
          <a:xfrm>
            <a:off x="5191673" y="2015172"/>
            <a:ext cx="586827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26.03.15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5A8543AB-FBFD-6E52-0E48-EE691BFAE7C8}"/>
              </a:ext>
            </a:extLst>
          </p:cNvPr>
          <p:cNvSpPr/>
          <p:nvPr/>
        </p:nvSpPr>
        <p:spPr>
          <a:xfrm>
            <a:off x="5882717" y="2015172"/>
            <a:ext cx="530786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27.12.15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62" name="Picture 14" descr="Calendar icon - Free Download PNG &amp; SVG | Streamline">
            <a:extLst>
              <a:ext uri="{FF2B5EF4-FFF2-40B4-BE49-F238E27FC236}">
                <a16:creationId xmlns:a16="http://schemas.microsoft.com/office/drawing/2014/main" id="{00AD158E-FE01-51CF-B2A9-845406491F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5653278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4" descr="Calendar icon - Free Download PNG &amp; SVG | Streamline">
            <a:extLst>
              <a:ext uri="{FF2B5EF4-FFF2-40B4-BE49-F238E27FC236}">
                <a16:creationId xmlns:a16="http://schemas.microsoft.com/office/drawing/2014/main" id="{8FB7385B-F93E-A92E-F525-DE834A10B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6287700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E895BC04-3D75-8B20-76AE-F7EB6B412254}"/>
              </a:ext>
            </a:extLst>
          </p:cNvPr>
          <p:cNvSpPr/>
          <p:nvPr/>
        </p:nvSpPr>
        <p:spPr>
          <a:xfrm>
            <a:off x="4655820" y="4242144"/>
            <a:ext cx="3599207" cy="2029115"/>
          </a:xfrm>
          <a:prstGeom prst="roundRect">
            <a:avLst>
              <a:gd name="adj" fmla="val 4188"/>
            </a:avLst>
          </a:prstGeom>
          <a:solidFill>
            <a:srgbClr val="1A2938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F7E744F-AFB3-CD00-9845-9B2355C1116B}"/>
              </a:ext>
            </a:extLst>
          </p:cNvPr>
          <p:cNvSpPr txBox="1"/>
          <p:nvPr/>
        </p:nvSpPr>
        <p:spPr>
          <a:xfrm>
            <a:off x="4743812" y="4305868"/>
            <a:ext cx="21159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LOG</a:t>
            </a:r>
            <a:endParaRPr lang="ko-KR" altLang="en-US" sz="8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ADA8F59F-AFC2-6B2E-A95B-CCC8CBAF4D6B}"/>
              </a:ext>
            </a:extLst>
          </p:cNvPr>
          <p:cNvSpPr/>
          <p:nvPr/>
        </p:nvSpPr>
        <p:spPr>
          <a:xfrm>
            <a:off x="4728210" y="4461472"/>
            <a:ext cx="3454392" cy="1697501"/>
          </a:xfrm>
          <a:prstGeom prst="roundRect">
            <a:avLst>
              <a:gd name="adj" fmla="val 4188"/>
            </a:avLst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C2CB7B-EEEE-D907-FC1C-E8ADD751DA13}"/>
              </a:ext>
            </a:extLst>
          </p:cNvPr>
          <p:cNvSpPr txBox="1"/>
          <p:nvPr/>
        </p:nvSpPr>
        <p:spPr>
          <a:xfrm>
            <a:off x="4819631" y="4442307"/>
            <a:ext cx="2176878" cy="11147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Codebeamer API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응답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OK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[14:23:08]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 완료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Baseline/CIL/Tracker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[14:23:12]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ASPICE v3.1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적용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[14:24:33] WARN  SWE.4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 불일치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 발견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[14:25:01]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진행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67% — SYS.2, SUP.8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검사 중</a:t>
            </a:r>
            <a:endParaRPr lang="ko-KR" altLang="en-US" sz="6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B8E68B22-EA0B-F389-C866-420545191502}"/>
              </a:ext>
            </a:extLst>
          </p:cNvPr>
          <p:cNvCxnSpPr>
            <a:cxnSpLocks/>
          </p:cNvCxnSpPr>
          <p:nvPr/>
        </p:nvCxnSpPr>
        <p:spPr>
          <a:xfrm>
            <a:off x="3019540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BB1B34CB-8588-89DD-BD7A-FD5122FE0344}"/>
              </a:ext>
            </a:extLst>
          </p:cNvPr>
          <p:cNvCxnSpPr>
            <a:cxnSpLocks/>
          </p:cNvCxnSpPr>
          <p:nvPr/>
        </p:nvCxnSpPr>
        <p:spPr>
          <a:xfrm>
            <a:off x="6115927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484B51C7-748B-52CB-388C-9ACD89601BBA}"/>
              </a:ext>
            </a:extLst>
          </p:cNvPr>
          <p:cNvCxnSpPr>
            <a:cxnSpLocks/>
          </p:cNvCxnSpPr>
          <p:nvPr/>
        </p:nvCxnSpPr>
        <p:spPr>
          <a:xfrm>
            <a:off x="4520504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74383090-0175-8EA6-C01A-70B2BC896D6F}"/>
              </a:ext>
            </a:extLst>
          </p:cNvPr>
          <p:cNvCxnSpPr>
            <a:cxnSpLocks/>
          </p:cNvCxnSpPr>
          <p:nvPr/>
        </p:nvCxnSpPr>
        <p:spPr>
          <a:xfrm>
            <a:off x="5501776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37BE3EF3-8A53-A174-EAB9-0748A1BCC2F3}"/>
              </a:ext>
            </a:extLst>
          </p:cNvPr>
          <p:cNvCxnSpPr>
            <a:cxnSpLocks/>
          </p:cNvCxnSpPr>
          <p:nvPr/>
        </p:nvCxnSpPr>
        <p:spPr>
          <a:xfrm>
            <a:off x="5607794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5311360-27B1-BC72-D94E-07A81C6D2EDE}"/>
              </a:ext>
            </a:extLst>
          </p:cNvPr>
          <p:cNvCxnSpPr>
            <a:cxnSpLocks/>
          </p:cNvCxnSpPr>
          <p:nvPr/>
        </p:nvCxnSpPr>
        <p:spPr>
          <a:xfrm>
            <a:off x="398481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944060F6-C389-5B48-1222-357498DA5404}"/>
              </a:ext>
            </a:extLst>
          </p:cNvPr>
          <p:cNvCxnSpPr>
            <a:cxnSpLocks/>
          </p:cNvCxnSpPr>
          <p:nvPr/>
        </p:nvCxnSpPr>
        <p:spPr>
          <a:xfrm>
            <a:off x="460152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73E2AD4-44F9-B7FE-9447-814F8879AC09}"/>
              </a:ext>
            </a:extLst>
          </p:cNvPr>
          <p:cNvCxnSpPr>
            <a:cxnSpLocks/>
          </p:cNvCxnSpPr>
          <p:nvPr/>
        </p:nvCxnSpPr>
        <p:spPr>
          <a:xfrm>
            <a:off x="522128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36C9A01-55C2-4313-23CD-AE155351698D}"/>
              </a:ext>
            </a:extLst>
          </p:cNvPr>
          <p:cNvSpPr txBox="1"/>
          <p:nvPr/>
        </p:nvSpPr>
        <p:spPr>
          <a:xfrm>
            <a:off x="2926566" y="2377930"/>
            <a:ext cx="18594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73047B-BA4A-6559-6DBB-4383EF475A44}"/>
              </a:ext>
            </a:extLst>
          </p:cNvPr>
          <p:cNvSpPr txBox="1"/>
          <p:nvPr/>
        </p:nvSpPr>
        <p:spPr>
          <a:xfrm>
            <a:off x="3915885" y="2377930"/>
            <a:ext cx="14908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M/Car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EA377EB-3C08-5E60-8E52-28E2FC28E6B8}"/>
              </a:ext>
            </a:extLst>
          </p:cNvPr>
          <p:cNvSpPr txBox="1"/>
          <p:nvPr/>
        </p:nvSpPr>
        <p:spPr>
          <a:xfrm>
            <a:off x="456991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E96CA35-87D4-AF68-D26D-5FF5DE180AB7}"/>
              </a:ext>
            </a:extLst>
          </p:cNvPr>
          <p:cNvSpPr txBox="1"/>
          <p:nvPr/>
        </p:nvSpPr>
        <p:spPr>
          <a:xfrm>
            <a:off x="518764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E47CC2A-CBFF-05DF-F0CF-2E862D9AC425}"/>
              </a:ext>
            </a:extLst>
          </p:cNvPr>
          <p:cNvSpPr txBox="1"/>
          <p:nvPr/>
        </p:nvSpPr>
        <p:spPr>
          <a:xfrm>
            <a:off x="5589158" y="2377930"/>
            <a:ext cx="43282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CDE398B-B240-EAF0-1287-38EB12FF7FE3}"/>
              </a:ext>
            </a:extLst>
          </p:cNvPr>
          <p:cNvSpPr txBox="1"/>
          <p:nvPr/>
        </p:nvSpPr>
        <p:spPr>
          <a:xfrm>
            <a:off x="6066703" y="2377930"/>
            <a:ext cx="10579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824C0408-6693-DAE4-10C3-C8E47DDA9FF4}"/>
              </a:ext>
            </a:extLst>
          </p:cNvPr>
          <p:cNvCxnSpPr>
            <a:cxnSpLocks/>
          </p:cNvCxnSpPr>
          <p:nvPr/>
        </p:nvCxnSpPr>
        <p:spPr>
          <a:xfrm>
            <a:off x="380083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2B10CB61-8546-7C4F-1406-CDBE10EB9867}"/>
              </a:ext>
            </a:extLst>
          </p:cNvPr>
          <p:cNvCxnSpPr>
            <a:cxnSpLocks/>
          </p:cNvCxnSpPr>
          <p:nvPr/>
        </p:nvCxnSpPr>
        <p:spPr>
          <a:xfrm>
            <a:off x="508839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99C24462-8155-E415-713A-8ADE9FFE36CE}"/>
              </a:ext>
            </a:extLst>
          </p:cNvPr>
          <p:cNvCxnSpPr>
            <a:cxnSpLocks/>
          </p:cNvCxnSpPr>
          <p:nvPr/>
        </p:nvCxnSpPr>
        <p:spPr>
          <a:xfrm>
            <a:off x="3687534" y="2139042"/>
            <a:ext cx="0" cy="21229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B4EB446D-7259-EFCB-6442-C53CE88FA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744290"/>
              </p:ext>
            </p:extLst>
          </p:nvPr>
        </p:nvGraphicFramePr>
        <p:xfrm>
          <a:off x="1012678" y="4499727"/>
          <a:ext cx="3448560" cy="50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1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</a:tblGrid>
              <a:tr h="13099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이력 기술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OK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67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143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NG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149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13/156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639B377F-C630-1290-7A4A-9BC26D8FA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07890"/>
              </p:ext>
            </p:extLst>
          </p:nvPr>
        </p:nvGraphicFramePr>
        <p:xfrm>
          <a:off x="1014129" y="5048251"/>
          <a:ext cx="3448564" cy="72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5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423489698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1941295877"/>
                    </a:ext>
                  </a:extLst>
                </a:gridCol>
              </a:tblGrid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 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.2(2)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.4A(0)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.4B(1)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.4(3)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.6(0)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.8(4)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.9(0)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.10(0)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MAN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74256"/>
                  </a:ext>
                </a:extLst>
              </a:tr>
            </a:tbl>
          </a:graphicData>
        </a:graphic>
      </p:graphicFrame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44EE239C-9167-F7E3-5459-CB9CAB0F1FAE}"/>
              </a:ext>
            </a:extLst>
          </p:cNvPr>
          <p:cNvSpPr/>
          <p:nvPr/>
        </p:nvSpPr>
        <p:spPr>
          <a:xfrm>
            <a:off x="1010711" y="5960679"/>
            <a:ext cx="3455036" cy="226759"/>
          </a:xfrm>
          <a:prstGeom prst="roundRect">
            <a:avLst/>
          </a:prstGeom>
          <a:solidFill>
            <a:srgbClr val="1E82F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레포트 생성</a:t>
            </a:r>
            <a:r>
              <a:rPr lang="en-US" altLang="ko-KR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(26.07.18)</a:t>
            </a:r>
            <a:endParaRPr lang="ko-KR" altLang="en-US" sz="8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3A580A8-987B-3C2B-7C57-97FAB271D48D}"/>
              </a:ext>
            </a:extLst>
          </p:cNvPr>
          <p:cNvSpPr/>
          <p:nvPr/>
        </p:nvSpPr>
        <p:spPr>
          <a:xfrm>
            <a:off x="3698955" y="5811519"/>
            <a:ext cx="723217" cy="11407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차트 보기</a:t>
            </a:r>
            <a:endParaRPr lang="ko-KR" altLang="en-US" sz="7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F7B28D2D-42DE-6932-209D-EBFE2E96A167}"/>
              </a:ext>
            </a:extLst>
          </p:cNvPr>
          <p:cNvSpPr/>
          <p:nvPr/>
        </p:nvSpPr>
        <p:spPr>
          <a:xfrm>
            <a:off x="234245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C9B62301-8E57-DD72-09DA-EF9ACBE58261}"/>
              </a:ext>
            </a:extLst>
          </p:cNvPr>
          <p:cNvSpPr/>
          <p:nvPr/>
        </p:nvSpPr>
        <p:spPr>
          <a:xfrm>
            <a:off x="380533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25076D1C-BC54-5A57-C401-02B7B052245C}"/>
              </a:ext>
            </a:extLst>
          </p:cNvPr>
          <p:cNvSpPr/>
          <p:nvPr/>
        </p:nvSpPr>
        <p:spPr>
          <a:xfrm>
            <a:off x="5300554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4BD57B68-8812-9DD0-62C2-537463247A20}"/>
              </a:ext>
            </a:extLst>
          </p:cNvPr>
          <p:cNvSpPr/>
          <p:nvPr/>
        </p:nvSpPr>
        <p:spPr>
          <a:xfrm>
            <a:off x="6727600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64" name="Picture 16" descr="codebeamer Reviews Jun 2026: Pricing &amp; Features | SoftwareWorld">
            <a:extLst>
              <a:ext uri="{FF2B5EF4-FFF2-40B4-BE49-F238E27FC236}">
                <a16:creationId xmlns:a16="http://schemas.microsoft.com/office/drawing/2014/main" id="{07F21A37-7813-DB94-87DE-E4AE42774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81" y="1357983"/>
            <a:ext cx="152709" cy="15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C1DC5CFB-40BD-5A68-29C7-E736D2D3D73B}"/>
              </a:ext>
            </a:extLst>
          </p:cNvPr>
          <p:cNvCxnSpPr>
            <a:cxnSpLocks/>
          </p:cNvCxnSpPr>
          <p:nvPr/>
        </p:nvCxnSpPr>
        <p:spPr>
          <a:xfrm>
            <a:off x="7673715" y="1461606"/>
            <a:ext cx="1331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직사각형 2047">
            <a:extLst>
              <a:ext uri="{FF2B5EF4-FFF2-40B4-BE49-F238E27FC236}">
                <a16:creationId xmlns:a16="http://schemas.microsoft.com/office/drawing/2014/main" id="{D25924B1-80F9-7D11-FE7B-2E24EE4CF868}"/>
              </a:ext>
            </a:extLst>
          </p:cNvPr>
          <p:cNvSpPr/>
          <p:nvPr/>
        </p:nvSpPr>
        <p:spPr>
          <a:xfrm>
            <a:off x="7957061" y="1384833"/>
            <a:ext cx="110595" cy="1105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49" name="십자형 2048">
            <a:extLst>
              <a:ext uri="{FF2B5EF4-FFF2-40B4-BE49-F238E27FC236}">
                <a16:creationId xmlns:a16="http://schemas.microsoft.com/office/drawing/2014/main" id="{7EA0E5B1-7717-8D51-F65A-E6D8FAFA5733}"/>
              </a:ext>
            </a:extLst>
          </p:cNvPr>
          <p:cNvSpPr/>
          <p:nvPr/>
        </p:nvSpPr>
        <p:spPr>
          <a:xfrm rot="2700000">
            <a:off x="8182637" y="1370695"/>
            <a:ext cx="144780" cy="144780"/>
          </a:xfrm>
          <a:prstGeom prst="plus">
            <a:avLst>
              <a:gd name="adj" fmla="val 44298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057" name="그림 2056">
            <a:extLst>
              <a:ext uri="{FF2B5EF4-FFF2-40B4-BE49-F238E27FC236}">
                <a16:creationId xmlns:a16="http://schemas.microsoft.com/office/drawing/2014/main" id="{D04851A1-A4FE-45CC-B62E-C74762D307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302" y="1764642"/>
            <a:ext cx="1209200" cy="66669"/>
          </a:xfrm>
          <a:prstGeom prst="rect">
            <a:avLst/>
          </a:prstGeom>
        </p:spPr>
      </p:pic>
      <p:sp>
        <p:nvSpPr>
          <p:cNvPr id="2098" name="TextBox 2097">
            <a:extLst>
              <a:ext uri="{FF2B5EF4-FFF2-40B4-BE49-F238E27FC236}">
                <a16:creationId xmlns:a16="http://schemas.microsoft.com/office/drawing/2014/main" id="{8898E87A-B24A-F627-9B04-A6D7225E00CA}"/>
              </a:ext>
            </a:extLst>
          </p:cNvPr>
          <p:cNvSpPr txBox="1"/>
          <p:nvPr/>
        </p:nvSpPr>
        <p:spPr>
          <a:xfrm>
            <a:off x="3761658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486F750F-A2A9-B549-9701-CAEA44FE018C}"/>
              </a:ext>
            </a:extLst>
          </p:cNvPr>
          <p:cNvSpPr txBox="1"/>
          <p:nvPr/>
        </p:nvSpPr>
        <p:spPr>
          <a:xfrm>
            <a:off x="447298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0" name="TextBox 2099">
            <a:extLst>
              <a:ext uri="{FF2B5EF4-FFF2-40B4-BE49-F238E27FC236}">
                <a16:creationId xmlns:a16="http://schemas.microsoft.com/office/drawing/2014/main" id="{8F1052F0-D121-4C94-BE34-2DB936EA36D4}"/>
              </a:ext>
            </a:extLst>
          </p:cNvPr>
          <p:cNvSpPr txBox="1"/>
          <p:nvPr/>
        </p:nvSpPr>
        <p:spPr>
          <a:xfrm>
            <a:off x="506379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#3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1" name="TextBox 2100">
            <a:extLst>
              <a:ext uri="{FF2B5EF4-FFF2-40B4-BE49-F238E27FC236}">
                <a16:creationId xmlns:a16="http://schemas.microsoft.com/office/drawing/2014/main" id="{539329AB-23EA-BE86-BB4F-1EEC9447EC7C}"/>
              </a:ext>
            </a:extLst>
          </p:cNvPr>
          <p:cNvSpPr txBox="1"/>
          <p:nvPr/>
        </p:nvSpPr>
        <p:spPr>
          <a:xfrm>
            <a:off x="5459501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#4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5006FF-B038-64BB-49D3-D60DC1ED06DC}"/>
              </a:ext>
            </a:extLst>
          </p:cNvPr>
          <p:cNvSpPr/>
          <p:nvPr/>
        </p:nvSpPr>
        <p:spPr>
          <a:xfrm rot="19800000">
            <a:off x="4118033" y="3164447"/>
            <a:ext cx="3602001" cy="1199293"/>
          </a:xfrm>
          <a:prstGeom prst="rect">
            <a:avLst/>
          </a:prstGeom>
          <a:solidFill>
            <a:srgbClr val="FFC000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중단</a:t>
            </a:r>
            <a:endParaRPr lang="en-US" altLang="ko-KR" sz="20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김대현 사원 작업 중지</a:t>
            </a:r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690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0016-289E-3ED4-075A-BC274B94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151F6FA9-D9FA-A1BA-14AF-9CC5EE973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905241"/>
              </p:ext>
            </p:extLst>
          </p:nvPr>
        </p:nvGraphicFramePr>
        <p:xfrm>
          <a:off x="340746" y="1109481"/>
          <a:ext cx="11537406" cy="538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34">
                  <a:extLst>
                    <a:ext uri="{9D8B030D-6E8A-4147-A177-3AD203B41FA5}">
                      <a16:colId xmlns:a16="http://schemas.microsoft.com/office/drawing/2014/main" val="208040562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787775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99592244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1729588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8703358"/>
                    </a:ext>
                  </a:extLst>
                </a:gridCol>
                <a:gridCol w="2459314">
                  <a:extLst>
                    <a:ext uri="{9D8B030D-6E8A-4147-A177-3AD203B41FA5}">
                      <a16:colId xmlns:a16="http://schemas.microsoft.com/office/drawing/2014/main" val="69761974"/>
                    </a:ext>
                  </a:extLst>
                </a:gridCol>
                <a:gridCol w="405806">
                  <a:extLst>
                    <a:ext uri="{9D8B030D-6E8A-4147-A177-3AD203B41FA5}">
                      <a16:colId xmlns:a16="http://schemas.microsoft.com/office/drawing/2014/main" val="3190195433"/>
                    </a:ext>
                  </a:extLst>
                </a:gridCol>
                <a:gridCol w="2665572">
                  <a:extLst>
                    <a:ext uri="{9D8B030D-6E8A-4147-A177-3AD203B41FA5}">
                      <a16:colId xmlns:a16="http://schemas.microsoft.com/office/drawing/2014/main" val="3293110880"/>
                    </a:ext>
                  </a:extLst>
                </a:gridCol>
              </a:tblGrid>
              <a:tr h="180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화면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메인화면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CM Tab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설계일자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26.06.22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작성자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명노아 사원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Description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04662"/>
                  </a:ext>
                </a:extLst>
              </a:tr>
              <a:tr h="345796">
                <a:tc rowSpan="15" gridSpan="6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접속 가능 차종 코드비머 저장소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23793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형상 감사 규칙 선택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기능안전팀이 해마다 조건을 업데이트 함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38692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3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프로젝트 마일스톤 및 주요 일정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파란선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주요일정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/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빨간선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오늘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/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노란색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마일스톤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72158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4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최근 감사 일자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+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최근 감사에서의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NG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건 수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+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총 건 수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98724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수행 완료 단계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초록색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동그라미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100%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표시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총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단계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체크되어있다면 실행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아니라면 스킵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199917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6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수행 중 단계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파란색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동그라미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100%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표시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총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단계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체크되어있다면 실행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아니라면 스킵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72854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7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수행 이전 단계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회색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동그라미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100%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표시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총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5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단계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체크되어있다면 실행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아니라면 스킵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※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체크 되어있지 않아도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회색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 표시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200735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8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형상 감사 시작 버튼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306441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9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형상 감사 결과 버전 조회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258769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10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해당 버전의 형상 감사 결과 링크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(Baseline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탭에서 검색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677839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11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상태별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NG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지표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87194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12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프로세스별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NG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지표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(0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건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/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92D05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초록색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1~2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건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/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FF00FF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연한 빨강색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3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건 이상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/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빨강색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241842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13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차트 표시 창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현재 미구현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35199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14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레포트 생성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Outlook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창이 띄워지며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, 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내용이 작성되어 있는 창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현재 미구현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08634"/>
                  </a:ext>
                </a:extLst>
              </a:tr>
              <a:tr h="345796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15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로그창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(Info, Warn, Error)</a:t>
                      </a:r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93644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34C0C768-83A3-815B-9404-1630C37D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기능사양서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91452CE-F61D-0E6B-9319-656A6015CA30}"/>
              </a:ext>
            </a:extLst>
          </p:cNvPr>
          <p:cNvSpPr/>
          <p:nvPr/>
        </p:nvSpPr>
        <p:spPr>
          <a:xfrm>
            <a:off x="2658774" y="1836567"/>
            <a:ext cx="3833880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CAE3BC0-9CB6-5D13-536E-851BF168EF58}"/>
              </a:ext>
            </a:extLst>
          </p:cNvPr>
          <p:cNvGrpSpPr/>
          <p:nvPr/>
        </p:nvGrpSpPr>
        <p:grpSpPr>
          <a:xfrm>
            <a:off x="438896" y="811839"/>
            <a:ext cx="1785769" cy="246221"/>
            <a:chOff x="438896" y="811839"/>
            <a:chExt cx="1785769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B6DAA4-7186-6C8D-C0FD-488A3C306C77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20D6E1-8798-F899-F1BD-51CC3FDDBCE2}"/>
                </a:ext>
              </a:extLst>
            </p:cNvPr>
            <p:cNvSpPr txBox="1"/>
            <p:nvPr/>
          </p:nvSpPr>
          <p:spPr>
            <a:xfrm>
              <a:off x="695400" y="811839"/>
              <a:ext cx="152926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화면 설계도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(</a:t>
              </a:r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메인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)</a:t>
              </a:r>
              <a:endParaRPr lang="ko-KR" altLang="en-US" sz="1600" b="1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9AC44376-DB61-9B08-DDCD-7E008279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319459"/>
            <a:ext cx="7647573" cy="5098382"/>
          </a:xfrm>
          <a:prstGeom prst="rect">
            <a:avLst/>
          </a:prstGeom>
        </p:spPr>
      </p:pic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A0C5155-C888-AB2F-D30B-03F66BE11093}"/>
              </a:ext>
            </a:extLst>
          </p:cNvPr>
          <p:cNvGraphicFramePr>
            <a:graphicFrameLocks noGrp="1"/>
          </p:cNvGraphicFramePr>
          <p:nvPr/>
        </p:nvGraphicFramePr>
        <p:xfrm>
          <a:off x="738376" y="1340710"/>
          <a:ext cx="7647573" cy="5034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57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</a:tblGrid>
              <a:tr h="19706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2237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461385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7924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ACB9D78-C56B-8AE5-F9B0-06D0AE1137B7}"/>
              </a:ext>
            </a:extLst>
          </p:cNvPr>
          <p:cNvSpPr txBox="1"/>
          <p:nvPr/>
        </p:nvSpPr>
        <p:spPr>
          <a:xfrm>
            <a:off x="980613" y="1372018"/>
            <a:ext cx="15292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Codebeamer CM Manager v1.0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1" name="사각형: 둥근 모서리 2050">
            <a:extLst>
              <a:ext uri="{FF2B5EF4-FFF2-40B4-BE49-F238E27FC236}">
                <a16:creationId xmlns:a16="http://schemas.microsoft.com/office/drawing/2014/main" id="{CFF8ABE0-E9D9-2657-C596-DCE1FF1C0B6A}"/>
              </a:ext>
            </a:extLst>
          </p:cNvPr>
          <p:cNvSpPr/>
          <p:nvPr/>
        </p:nvSpPr>
        <p:spPr>
          <a:xfrm>
            <a:off x="1380828" y="1559249"/>
            <a:ext cx="501915" cy="378517"/>
          </a:xfrm>
          <a:prstGeom prst="roundRect">
            <a:avLst>
              <a:gd name="adj" fmla="val 86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7C3F6B1F-4154-1CE6-20D0-3C580F7E9147}"/>
              </a:ext>
            </a:extLst>
          </p:cNvPr>
          <p:cNvSpPr/>
          <p:nvPr/>
        </p:nvSpPr>
        <p:spPr>
          <a:xfrm>
            <a:off x="878913" y="1559249"/>
            <a:ext cx="501915" cy="378517"/>
          </a:xfrm>
          <a:prstGeom prst="roundRect">
            <a:avLst>
              <a:gd name="adj" fmla="val 8614"/>
            </a:avLst>
          </a:prstGeom>
          <a:solidFill>
            <a:srgbClr val="7F7F7F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2F502B09-7EBE-E076-F654-B8F200DEEF57}"/>
              </a:ext>
            </a:extLst>
          </p:cNvPr>
          <p:cNvSpPr/>
          <p:nvPr/>
        </p:nvSpPr>
        <p:spPr>
          <a:xfrm>
            <a:off x="2715655" y="1836567"/>
            <a:ext cx="375335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0B08ADE-FCB6-AD5E-BAB7-973C08905EFA}"/>
              </a:ext>
            </a:extLst>
          </p:cNvPr>
          <p:cNvSpPr/>
          <p:nvPr/>
        </p:nvSpPr>
        <p:spPr>
          <a:xfrm>
            <a:off x="6525793" y="1836567"/>
            <a:ext cx="172923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0F585E7-A78D-1123-E17C-3B63D22E9207}"/>
              </a:ext>
            </a:extLst>
          </p:cNvPr>
          <p:cNvSpPr/>
          <p:nvPr/>
        </p:nvSpPr>
        <p:spPr>
          <a:xfrm>
            <a:off x="856773" y="4242144"/>
            <a:ext cx="3733040" cy="2029115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43480099-1881-9B11-22F7-5B1D8F528943}"/>
              </a:ext>
            </a:extLst>
          </p:cNvPr>
          <p:cNvSpPr/>
          <p:nvPr/>
        </p:nvSpPr>
        <p:spPr>
          <a:xfrm>
            <a:off x="856773" y="1836567"/>
            <a:ext cx="1751893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4C5B6-6119-3705-E306-602526F96D0D}"/>
              </a:ext>
            </a:extLst>
          </p:cNvPr>
          <p:cNvSpPr txBox="1"/>
          <p:nvPr/>
        </p:nvSpPr>
        <p:spPr>
          <a:xfrm>
            <a:off x="1119228" y="1926350"/>
            <a:ext cx="16671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F972D-BD95-3C8D-E4FC-0BDEA402B018}"/>
              </a:ext>
            </a:extLst>
          </p:cNvPr>
          <p:cNvSpPr txBox="1"/>
          <p:nvPr/>
        </p:nvSpPr>
        <p:spPr>
          <a:xfrm>
            <a:off x="2954918" y="1930160"/>
            <a:ext cx="69249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타임라인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8C56579-80DF-CD0E-258F-555CD3AE73C3}"/>
              </a:ext>
            </a:extLst>
          </p:cNvPr>
          <p:cNvSpPr/>
          <p:nvPr/>
        </p:nvSpPr>
        <p:spPr>
          <a:xfrm>
            <a:off x="856773" y="3170287"/>
            <a:ext cx="7398254" cy="1020713"/>
          </a:xfrm>
          <a:prstGeom prst="roundRect">
            <a:avLst>
              <a:gd name="adj" fmla="val 530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B78F3-623A-29E2-AB28-A8285D4DDDC6}"/>
              </a:ext>
            </a:extLst>
          </p:cNvPr>
          <p:cNvSpPr txBox="1"/>
          <p:nvPr/>
        </p:nvSpPr>
        <p:spPr>
          <a:xfrm>
            <a:off x="6781400" y="1926350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감사 일자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A0F02A-3CE8-FE75-F5AA-6AA0BCF9B772}"/>
              </a:ext>
            </a:extLst>
          </p:cNvPr>
          <p:cNvSpPr txBox="1"/>
          <p:nvPr/>
        </p:nvSpPr>
        <p:spPr>
          <a:xfrm>
            <a:off x="1102894" y="3237725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수행 단계 선택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6784E-0A4F-2B4A-7EF0-E54476B1DFBD}"/>
              </a:ext>
            </a:extLst>
          </p:cNvPr>
          <p:cNvSpPr txBox="1"/>
          <p:nvPr/>
        </p:nvSpPr>
        <p:spPr>
          <a:xfrm>
            <a:off x="1106306" y="4323016"/>
            <a:ext cx="60775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내역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FB0B39-05C4-F90B-7448-3CEA528D44FA}"/>
              </a:ext>
            </a:extLst>
          </p:cNvPr>
          <p:cNvSpPr txBox="1"/>
          <p:nvPr/>
        </p:nvSpPr>
        <p:spPr>
          <a:xfrm>
            <a:off x="1423495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66CAF4-A8A0-AB4E-E6F2-6729418E666E}"/>
              </a:ext>
            </a:extLst>
          </p:cNvPr>
          <p:cNvSpPr txBox="1"/>
          <p:nvPr/>
        </p:nvSpPr>
        <p:spPr>
          <a:xfrm>
            <a:off x="2851924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3DAC6A-43D5-2059-E8A9-F06B7FF3E96C}"/>
              </a:ext>
            </a:extLst>
          </p:cNvPr>
          <p:cNvSpPr txBox="1"/>
          <p:nvPr/>
        </p:nvSpPr>
        <p:spPr>
          <a:xfrm>
            <a:off x="4406404" y="3452190"/>
            <a:ext cx="39113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C64D97-F153-2651-0BB5-946481F7C528}"/>
              </a:ext>
            </a:extLst>
          </p:cNvPr>
          <p:cNvSpPr txBox="1"/>
          <p:nvPr/>
        </p:nvSpPr>
        <p:spPr>
          <a:xfrm>
            <a:off x="5842774" y="3452190"/>
            <a:ext cx="53219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업데이트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CAB1AC-46A7-4BF8-F62E-6F3813ADD54B}"/>
              </a:ext>
            </a:extLst>
          </p:cNvPr>
          <p:cNvSpPr txBox="1"/>
          <p:nvPr/>
        </p:nvSpPr>
        <p:spPr>
          <a:xfrm>
            <a:off x="7275334" y="3452190"/>
            <a:ext cx="49372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NG/PR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CDADF15-A8DC-28F7-234C-89D84BE5E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60" y="3423419"/>
            <a:ext cx="205764" cy="2057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389D7EC-27AD-BC98-C99C-5406DF7D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17" y="3423419"/>
            <a:ext cx="205764" cy="20576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9962A04-5AD1-4547-68F0-5E3F3A177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228" y="3394481"/>
            <a:ext cx="131820" cy="13182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A6382C6F-C145-AF54-C255-E0E3C3995BE6}"/>
              </a:ext>
            </a:extLst>
          </p:cNvPr>
          <p:cNvSpPr/>
          <p:nvPr/>
        </p:nvSpPr>
        <p:spPr>
          <a:xfrm>
            <a:off x="5558790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70E989E-0523-EAED-030C-0FF428385553}"/>
              </a:ext>
            </a:extLst>
          </p:cNvPr>
          <p:cNvSpPr/>
          <p:nvPr/>
        </p:nvSpPr>
        <p:spPr>
          <a:xfrm>
            <a:off x="6996509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658039E-74B0-2010-1DF5-2AF7C0EB4D5F}"/>
              </a:ext>
            </a:extLst>
          </p:cNvPr>
          <p:cNvSpPr/>
          <p:nvPr/>
        </p:nvSpPr>
        <p:spPr>
          <a:xfrm>
            <a:off x="1162836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4A6D8A5-AD6C-AB9B-092A-C30B62B4F61A}"/>
              </a:ext>
            </a:extLst>
          </p:cNvPr>
          <p:cNvSpPr/>
          <p:nvPr/>
        </p:nvSpPr>
        <p:spPr>
          <a:xfrm>
            <a:off x="2584954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E4A1DD5-6E80-534B-560E-884B5874C7EB}"/>
              </a:ext>
            </a:extLst>
          </p:cNvPr>
          <p:cNvSpPr/>
          <p:nvPr/>
        </p:nvSpPr>
        <p:spPr>
          <a:xfrm>
            <a:off x="4082175" y="3452190"/>
            <a:ext cx="160020" cy="160020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A235197-F880-E5F4-66E8-122F32810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825" y="3394481"/>
            <a:ext cx="131820" cy="13182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1084A3C-1F4A-74FC-C721-F84CBA647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448" y="3394481"/>
            <a:ext cx="131820" cy="13182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885E557-979A-2E9A-905E-E2F9AF7E8BE4}"/>
              </a:ext>
            </a:extLst>
          </p:cNvPr>
          <p:cNvSpPr/>
          <p:nvPr/>
        </p:nvSpPr>
        <p:spPr>
          <a:xfrm>
            <a:off x="6437071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D74A13E-0D6D-C2E1-52F5-7AF8AB29E299}"/>
              </a:ext>
            </a:extLst>
          </p:cNvPr>
          <p:cNvSpPr/>
          <p:nvPr/>
        </p:nvSpPr>
        <p:spPr>
          <a:xfrm>
            <a:off x="7846590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3385328-5A77-330D-3C2E-1D9F8E509135}"/>
              </a:ext>
            </a:extLst>
          </p:cNvPr>
          <p:cNvSpPr/>
          <p:nvPr/>
        </p:nvSpPr>
        <p:spPr>
          <a:xfrm flipV="1">
            <a:off x="1168297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179DEC-123E-4E25-0A58-0AFA177F7F8D}"/>
              </a:ext>
            </a:extLst>
          </p:cNvPr>
          <p:cNvSpPr txBox="1"/>
          <p:nvPr/>
        </p:nvSpPr>
        <p:spPr>
          <a:xfrm>
            <a:off x="2078943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02AC0BB-D405-F49F-2EAF-CEBBB4362575}"/>
              </a:ext>
            </a:extLst>
          </p:cNvPr>
          <p:cNvSpPr/>
          <p:nvPr/>
        </p:nvSpPr>
        <p:spPr>
          <a:xfrm flipV="1">
            <a:off x="2582609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B82ED9-2A3F-6AC0-D0AE-49706FB578C5}"/>
              </a:ext>
            </a:extLst>
          </p:cNvPr>
          <p:cNvSpPr txBox="1"/>
          <p:nvPr/>
        </p:nvSpPr>
        <p:spPr>
          <a:xfrm>
            <a:off x="3493255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2AC931-E90C-8999-E16A-F4672421968A}"/>
              </a:ext>
            </a:extLst>
          </p:cNvPr>
          <p:cNvSpPr txBox="1"/>
          <p:nvPr/>
        </p:nvSpPr>
        <p:spPr>
          <a:xfrm>
            <a:off x="1454256" y="3573019"/>
            <a:ext cx="27732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↔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C0C64E-E7A3-0648-3C4E-ADDF86179B0A}"/>
              </a:ext>
            </a:extLst>
          </p:cNvPr>
          <p:cNvSpPr txBox="1"/>
          <p:nvPr/>
        </p:nvSpPr>
        <p:spPr>
          <a:xfrm>
            <a:off x="2845471" y="3565250"/>
            <a:ext cx="6588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Baseline/CIL/Tracker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D1CB46-8CA7-B863-A434-18FE2D972AF0}"/>
              </a:ext>
            </a:extLst>
          </p:cNvPr>
          <p:cNvSpPr txBox="1"/>
          <p:nvPr/>
        </p:nvSpPr>
        <p:spPr>
          <a:xfrm>
            <a:off x="4393292" y="3565250"/>
            <a:ext cx="527388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기반 감사 진행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D0BD6A-106C-932E-3648-00A2FF437EA3}"/>
              </a:ext>
            </a:extLst>
          </p:cNvPr>
          <p:cNvSpPr txBox="1"/>
          <p:nvPr/>
        </p:nvSpPr>
        <p:spPr>
          <a:xfrm>
            <a:off x="5812960" y="3565250"/>
            <a:ext cx="6059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감사결과 업데이트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172DF5-C791-1F58-E985-19BB853E3D04}"/>
              </a:ext>
            </a:extLst>
          </p:cNvPr>
          <p:cNvSpPr txBox="1"/>
          <p:nvPr/>
        </p:nvSpPr>
        <p:spPr>
          <a:xfrm>
            <a:off x="7219228" y="3565250"/>
            <a:ext cx="520976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차종이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ASIL A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50" name="Picture 2" descr="설정 - 무료 ui개 아이콘">
            <a:extLst>
              <a:ext uri="{FF2B5EF4-FFF2-40B4-BE49-F238E27FC236}">
                <a16:creationId xmlns:a16="http://schemas.microsoft.com/office/drawing/2014/main" id="{C7828733-26B1-4519-6B68-025B87DDA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26" y="1889752"/>
            <a:ext cx="166712" cy="16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A47A82E1-2A5A-1625-773C-A78EE44A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581" y="1902112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C3FE9D6B-42C7-B521-F99C-E3B8595FA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063" y="1896924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5488D4A-C654-C623-82DC-623144E713C9}"/>
              </a:ext>
            </a:extLst>
          </p:cNvPr>
          <p:cNvSpPr txBox="1"/>
          <p:nvPr/>
        </p:nvSpPr>
        <p:spPr>
          <a:xfrm>
            <a:off x="976086" y="2156341"/>
            <a:ext cx="4440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차종 프로젝트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D4F7DE-704D-D9E4-6DD8-FAE2CEC5FBE6}"/>
              </a:ext>
            </a:extLst>
          </p:cNvPr>
          <p:cNvSpPr txBox="1"/>
          <p:nvPr/>
        </p:nvSpPr>
        <p:spPr>
          <a:xfrm>
            <a:off x="976086" y="2615505"/>
            <a:ext cx="46487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규칙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40AF6F5-3189-CFF8-2127-C1E20BC9F597}"/>
              </a:ext>
            </a:extLst>
          </p:cNvPr>
          <p:cNvSpPr/>
          <p:nvPr/>
        </p:nvSpPr>
        <p:spPr>
          <a:xfrm>
            <a:off x="948690" y="2261781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GM_9BQX_HL_LDM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9CDF9E6-089A-6ED8-F5E0-EB1209ECCCF8}"/>
              </a:ext>
            </a:extLst>
          </p:cNvPr>
          <p:cNvSpPr/>
          <p:nvPr/>
        </p:nvSpPr>
        <p:spPr>
          <a:xfrm>
            <a:off x="948690" y="2722260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ASPICE v4.0               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C64D16-1A56-638E-C047-5368EDDA6484}"/>
              </a:ext>
            </a:extLst>
          </p:cNvPr>
          <p:cNvSpPr txBox="1"/>
          <p:nvPr/>
        </p:nvSpPr>
        <p:spPr>
          <a:xfrm>
            <a:off x="6754089" y="2325615"/>
            <a:ext cx="128560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10913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</a:t>
            </a:r>
            <a:endParaRPr lang="ko-KR" altLang="en-US" sz="2400" b="1" dirty="0" err="1">
              <a:solidFill>
                <a:srgbClr val="109134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A0A94F-ADD2-A962-B219-27D04B9F885D}"/>
              </a:ext>
            </a:extLst>
          </p:cNvPr>
          <p:cNvSpPr txBox="1"/>
          <p:nvPr/>
        </p:nvSpPr>
        <p:spPr>
          <a:xfrm>
            <a:off x="6915196" y="2720409"/>
            <a:ext cx="3959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</a:t>
            </a:r>
            <a:r>
              <a:rPr lang="en-US" altLang="ko-KR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169</a:t>
            </a:r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73777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6D3485-4055-B79A-6BEB-ABB0AC99E69E}"/>
              </a:ext>
            </a:extLst>
          </p:cNvPr>
          <p:cNvSpPr txBox="1"/>
          <p:nvPr/>
        </p:nvSpPr>
        <p:spPr>
          <a:xfrm>
            <a:off x="7439622" y="2715674"/>
            <a:ext cx="3911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NG 13</a:t>
            </a:r>
            <a:r>
              <a:rPr lang="ko-KR" altLang="en-US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FCAC93F-B896-3E00-EAEF-5990A550BEB3}"/>
              </a:ext>
            </a:extLst>
          </p:cNvPr>
          <p:cNvSpPr/>
          <p:nvPr/>
        </p:nvSpPr>
        <p:spPr>
          <a:xfrm>
            <a:off x="3848100" y="3946461"/>
            <a:ext cx="1371600" cy="2039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형상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시작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E5AD5C1F-4D40-665A-853E-A98E51CE5FD4}"/>
              </a:ext>
            </a:extLst>
          </p:cNvPr>
          <p:cNvSpPr/>
          <p:nvPr/>
        </p:nvSpPr>
        <p:spPr>
          <a:xfrm rot="5400000">
            <a:off x="4127390" y="3991773"/>
            <a:ext cx="131493" cy="113356"/>
          </a:xfrm>
          <a:prstGeom prst="triangl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54" name="Picture 6" descr="List - Free interface icons">
            <a:extLst>
              <a:ext uri="{FF2B5EF4-FFF2-40B4-BE49-F238E27FC236}">
                <a16:creationId xmlns:a16="http://schemas.microsoft.com/office/drawing/2014/main" id="{30529AF3-FB58-A3B4-49EB-E8229C2DC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38" y="3213174"/>
            <a:ext cx="141565" cy="14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lue Document Icon for Websites and Apps">
            <a:extLst>
              <a:ext uri="{FF2B5EF4-FFF2-40B4-BE49-F238E27FC236}">
                <a16:creationId xmlns:a16="http://schemas.microsoft.com/office/drawing/2014/main" id="{77303FA1-C268-D47E-3FCD-F5455B960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99" y="4284418"/>
            <a:ext cx="182966" cy="16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F7B56FF5-9ABD-7B21-59D7-06266D7903E1}"/>
              </a:ext>
            </a:extLst>
          </p:cNvPr>
          <p:cNvSpPr/>
          <p:nvPr/>
        </p:nvSpPr>
        <p:spPr>
          <a:xfrm>
            <a:off x="1073333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66C651E-5407-FA9A-4814-F57231354859}"/>
              </a:ext>
            </a:extLst>
          </p:cNvPr>
          <p:cNvSpPr/>
          <p:nvPr/>
        </p:nvSpPr>
        <p:spPr>
          <a:xfrm>
            <a:off x="2503300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D68ACB2-5B4D-2B55-C5FD-60786D342D51}"/>
              </a:ext>
            </a:extLst>
          </p:cNvPr>
          <p:cNvSpPr/>
          <p:nvPr/>
        </p:nvSpPr>
        <p:spPr>
          <a:xfrm>
            <a:off x="3990425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8216389-12F2-A97B-1159-34E9553284D5}"/>
              </a:ext>
            </a:extLst>
          </p:cNvPr>
          <p:cNvSpPr/>
          <p:nvPr/>
        </p:nvSpPr>
        <p:spPr>
          <a:xfrm>
            <a:off x="546823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8197F84-2D20-D700-A8FB-3D918EAE051A}"/>
              </a:ext>
            </a:extLst>
          </p:cNvPr>
          <p:cNvSpPr/>
          <p:nvPr/>
        </p:nvSpPr>
        <p:spPr>
          <a:xfrm>
            <a:off x="691519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F8E3E42-B678-B0EA-1121-EC819F4DF307}"/>
              </a:ext>
            </a:extLst>
          </p:cNvPr>
          <p:cNvSpPr/>
          <p:nvPr/>
        </p:nvSpPr>
        <p:spPr>
          <a:xfrm>
            <a:off x="2549883" y="4305867"/>
            <a:ext cx="1337995" cy="142715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26.07.18(</a:t>
            </a:r>
            <a:r>
              <a:rPr lang="ko-KR" altLang="en-US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</a:t>
            </a:r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14:23:07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9B99BBA3-CEA8-2161-ED9E-E83286E91CAD}"/>
              </a:ext>
            </a:extLst>
          </p:cNvPr>
          <p:cNvSpPr/>
          <p:nvPr/>
        </p:nvSpPr>
        <p:spPr>
          <a:xfrm>
            <a:off x="3962288" y="4305867"/>
            <a:ext cx="493969" cy="142715"/>
          </a:xfrm>
          <a:prstGeom prst="roundRect">
            <a:avLst/>
          </a:prstGeom>
          <a:solidFill>
            <a:srgbClr val="155FE8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링크</a:t>
            </a:r>
            <a:endParaRPr lang="ko-KR" altLang="en-US" sz="6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1" name="Picture 12" descr="Link - Free multimedia icons">
            <a:extLst>
              <a:ext uri="{FF2B5EF4-FFF2-40B4-BE49-F238E27FC236}">
                <a16:creationId xmlns:a16="http://schemas.microsoft.com/office/drawing/2014/main" id="{32560DB1-F902-187F-89DB-B79DF44D2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230" y="4320367"/>
            <a:ext cx="125329" cy="1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CA258A6F-BF67-D954-7F63-DE89FEA4AFBE}"/>
              </a:ext>
            </a:extLst>
          </p:cNvPr>
          <p:cNvGraphicFramePr>
            <a:graphicFrameLocks noGrp="1"/>
          </p:cNvGraphicFramePr>
          <p:nvPr/>
        </p:nvGraphicFramePr>
        <p:xfrm>
          <a:off x="2851923" y="2590016"/>
          <a:ext cx="3486165" cy="48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170656081"/>
                    </a:ext>
                  </a:extLst>
                </a:gridCol>
              </a:tblGrid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26.07.15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D-78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M/Car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26.11.15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27.05.15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D-240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27.06.01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#3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27.09.15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D-356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#4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D-412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27.11.01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6AB46F3-E60B-612F-D016-B1A4F83616D9}"/>
              </a:ext>
            </a:extLst>
          </p:cNvPr>
          <p:cNvSpPr/>
          <p:nvPr/>
        </p:nvSpPr>
        <p:spPr>
          <a:xfrm flipV="1">
            <a:off x="2829219" y="2286223"/>
            <a:ext cx="3486165" cy="49194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93F743-D76E-AFCB-A522-A2E51863506D}"/>
              </a:ext>
            </a:extLst>
          </p:cNvPr>
          <p:cNvSpPr txBox="1"/>
          <p:nvPr/>
        </p:nvSpPr>
        <p:spPr>
          <a:xfrm>
            <a:off x="5204425" y="1902112"/>
            <a:ext cx="282129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7DA6D9-C307-AA65-0B01-667E3EDBF867}"/>
              </a:ext>
            </a:extLst>
          </p:cNvPr>
          <p:cNvSpPr txBox="1"/>
          <p:nvPr/>
        </p:nvSpPr>
        <p:spPr>
          <a:xfrm>
            <a:off x="5908005" y="1902112"/>
            <a:ext cx="158698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17EBCC2-B975-5FF6-EE73-57BE6FBB65F3}"/>
              </a:ext>
            </a:extLst>
          </p:cNvPr>
          <p:cNvSpPr/>
          <p:nvPr/>
        </p:nvSpPr>
        <p:spPr>
          <a:xfrm>
            <a:off x="5191673" y="2015172"/>
            <a:ext cx="586827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26.03.15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B5162713-27EF-6185-50A0-3C278B809E5B}"/>
              </a:ext>
            </a:extLst>
          </p:cNvPr>
          <p:cNvSpPr/>
          <p:nvPr/>
        </p:nvSpPr>
        <p:spPr>
          <a:xfrm>
            <a:off x="5882717" y="2015172"/>
            <a:ext cx="530786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27.12.15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62" name="Picture 14" descr="Calendar icon - Free Download PNG &amp; SVG | Streamline">
            <a:extLst>
              <a:ext uri="{FF2B5EF4-FFF2-40B4-BE49-F238E27FC236}">
                <a16:creationId xmlns:a16="http://schemas.microsoft.com/office/drawing/2014/main" id="{17F9C681-1A70-8391-8BE5-D31E9EBC4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5653278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4" descr="Calendar icon - Free Download PNG &amp; SVG | Streamline">
            <a:extLst>
              <a:ext uri="{FF2B5EF4-FFF2-40B4-BE49-F238E27FC236}">
                <a16:creationId xmlns:a16="http://schemas.microsoft.com/office/drawing/2014/main" id="{98852CE7-FE85-D241-5A4D-D93F6F7853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6287700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0A546A9C-B4D1-AF44-63F2-5F6400D5A797}"/>
              </a:ext>
            </a:extLst>
          </p:cNvPr>
          <p:cNvSpPr/>
          <p:nvPr/>
        </p:nvSpPr>
        <p:spPr>
          <a:xfrm>
            <a:off x="4655820" y="4242144"/>
            <a:ext cx="3599207" cy="2029115"/>
          </a:xfrm>
          <a:prstGeom prst="roundRect">
            <a:avLst>
              <a:gd name="adj" fmla="val 4188"/>
            </a:avLst>
          </a:prstGeom>
          <a:solidFill>
            <a:srgbClr val="1A2938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1392296-62EB-4929-A5A7-0413B6883D6C}"/>
              </a:ext>
            </a:extLst>
          </p:cNvPr>
          <p:cNvSpPr txBox="1"/>
          <p:nvPr/>
        </p:nvSpPr>
        <p:spPr>
          <a:xfrm>
            <a:off x="4743812" y="4305868"/>
            <a:ext cx="21159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LOG</a:t>
            </a:r>
            <a:endParaRPr lang="ko-KR" altLang="en-US" sz="8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53A7B25-B8D4-C583-420C-CBBD415DD76C}"/>
              </a:ext>
            </a:extLst>
          </p:cNvPr>
          <p:cNvSpPr/>
          <p:nvPr/>
        </p:nvSpPr>
        <p:spPr>
          <a:xfrm>
            <a:off x="4728210" y="4461472"/>
            <a:ext cx="3454392" cy="1697501"/>
          </a:xfrm>
          <a:prstGeom prst="roundRect">
            <a:avLst>
              <a:gd name="adj" fmla="val 4188"/>
            </a:avLst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80DF02A-A0AC-887B-2B98-ACA5F49CEB10}"/>
              </a:ext>
            </a:extLst>
          </p:cNvPr>
          <p:cNvSpPr txBox="1"/>
          <p:nvPr/>
        </p:nvSpPr>
        <p:spPr>
          <a:xfrm>
            <a:off x="4819631" y="4442307"/>
            <a:ext cx="2176878" cy="11147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Codebeamer API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응답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OK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[14:23:08]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 완료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Baseline/CIL/Tracker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[14:23:12]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ASPICE v3.1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적용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[14:24:33] WARN  SWE.4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 불일치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 발견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[14:25:01]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진행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67% — SYS.2, SUP.8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검사 중</a:t>
            </a:r>
            <a:endParaRPr lang="ko-KR" altLang="en-US" sz="6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A497FDD-D74A-18E3-1D25-CA4423E9F917}"/>
              </a:ext>
            </a:extLst>
          </p:cNvPr>
          <p:cNvCxnSpPr>
            <a:cxnSpLocks/>
          </p:cNvCxnSpPr>
          <p:nvPr/>
        </p:nvCxnSpPr>
        <p:spPr>
          <a:xfrm>
            <a:off x="3019540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03F01886-8ED0-5194-50EC-71FFB49CC024}"/>
              </a:ext>
            </a:extLst>
          </p:cNvPr>
          <p:cNvCxnSpPr>
            <a:cxnSpLocks/>
          </p:cNvCxnSpPr>
          <p:nvPr/>
        </p:nvCxnSpPr>
        <p:spPr>
          <a:xfrm>
            <a:off x="6115927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AB9587C0-971F-0C76-3EF7-BC3C01279971}"/>
              </a:ext>
            </a:extLst>
          </p:cNvPr>
          <p:cNvCxnSpPr>
            <a:cxnSpLocks/>
          </p:cNvCxnSpPr>
          <p:nvPr/>
        </p:nvCxnSpPr>
        <p:spPr>
          <a:xfrm>
            <a:off x="4520504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432805D5-5B86-8AB3-98ED-1BA2ED644A49}"/>
              </a:ext>
            </a:extLst>
          </p:cNvPr>
          <p:cNvCxnSpPr>
            <a:cxnSpLocks/>
          </p:cNvCxnSpPr>
          <p:nvPr/>
        </p:nvCxnSpPr>
        <p:spPr>
          <a:xfrm>
            <a:off x="5501776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4AC908F-4855-2436-89A5-0F09F9B2322F}"/>
              </a:ext>
            </a:extLst>
          </p:cNvPr>
          <p:cNvCxnSpPr>
            <a:cxnSpLocks/>
          </p:cNvCxnSpPr>
          <p:nvPr/>
        </p:nvCxnSpPr>
        <p:spPr>
          <a:xfrm>
            <a:off x="5607794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15AAABB8-F068-E5D3-A7B5-0E7BF9BADC52}"/>
              </a:ext>
            </a:extLst>
          </p:cNvPr>
          <p:cNvCxnSpPr>
            <a:cxnSpLocks/>
          </p:cNvCxnSpPr>
          <p:nvPr/>
        </p:nvCxnSpPr>
        <p:spPr>
          <a:xfrm>
            <a:off x="398481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F2B30FD2-CC47-5029-9C18-0DB7423B2708}"/>
              </a:ext>
            </a:extLst>
          </p:cNvPr>
          <p:cNvCxnSpPr>
            <a:cxnSpLocks/>
          </p:cNvCxnSpPr>
          <p:nvPr/>
        </p:nvCxnSpPr>
        <p:spPr>
          <a:xfrm>
            <a:off x="460152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4171F6C-76CA-C843-188C-11F2153C780E}"/>
              </a:ext>
            </a:extLst>
          </p:cNvPr>
          <p:cNvCxnSpPr>
            <a:cxnSpLocks/>
          </p:cNvCxnSpPr>
          <p:nvPr/>
        </p:nvCxnSpPr>
        <p:spPr>
          <a:xfrm>
            <a:off x="522128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5A3056D6-D02F-A4DB-9030-299AF6A6229F}"/>
              </a:ext>
            </a:extLst>
          </p:cNvPr>
          <p:cNvSpPr txBox="1"/>
          <p:nvPr/>
        </p:nvSpPr>
        <p:spPr>
          <a:xfrm>
            <a:off x="2926566" y="2377930"/>
            <a:ext cx="18594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23B040B-5C8F-D35C-CC0A-26658FB8CEB1}"/>
              </a:ext>
            </a:extLst>
          </p:cNvPr>
          <p:cNvSpPr txBox="1"/>
          <p:nvPr/>
        </p:nvSpPr>
        <p:spPr>
          <a:xfrm>
            <a:off x="3915885" y="2377930"/>
            <a:ext cx="14908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M/Car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88B7DB1-16F1-7355-BEE3-1731F3CE5666}"/>
              </a:ext>
            </a:extLst>
          </p:cNvPr>
          <p:cNvSpPr txBox="1"/>
          <p:nvPr/>
        </p:nvSpPr>
        <p:spPr>
          <a:xfrm>
            <a:off x="456991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F48DA0-B469-14CE-8D3F-2C4A93464C20}"/>
              </a:ext>
            </a:extLst>
          </p:cNvPr>
          <p:cNvSpPr txBox="1"/>
          <p:nvPr/>
        </p:nvSpPr>
        <p:spPr>
          <a:xfrm>
            <a:off x="518764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E3D8672-B1B0-AD5E-D8A7-177F9E5D06B4}"/>
              </a:ext>
            </a:extLst>
          </p:cNvPr>
          <p:cNvSpPr txBox="1"/>
          <p:nvPr/>
        </p:nvSpPr>
        <p:spPr>
          <a:xfrm>
            <a:off x="5589158" y="2377930"/>
            <a:ext cx="43282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D0FE0D-A9FF-E360-4F21-15928B3287F1}"/>
              </a:ext>
            </a:extLst>
          </p:cNvPr>
          <p:cNvSpPr txBox="1"/>
          <p:nvPr/>
        </p:nvSpPr>
        <p:spPr>
          <a:xfrm>
            <a:off x="6066703" y="2377930"/>
            <a:ext cx="10579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FD524E72-CEAB-D876-B7B9-2805495CC439}"/>
              </a:ext>
            </a:extLst>
          </p:cNvPr>
          <p:cNvCxnSpPr>
            <a:cxnSpLocks/>
          </p:cNvCxnSpPr>
          <p:nvPr/>
        </p:nvCxnSpPr>
        <p:spPr>
          <a:xfrm>
            <a:off x="380083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D758B420-025D-2A13-394A-5608A9E8CF44}"/>
              </a:ext>
            </a:extLst>
          </p:cNvPr>
          <p:cNvCxnSpPr>
            <a:cxnSpLocks/>
          </p:cNvCxnSpPr>
          <p:nvPr/>
        </p:nvCxnSpPr>
        <p:spPr>
          <a:xfrm>
            <a:off x="508839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1A807C45-C3D1-34E2-B6CE-2E8403F2D386}"/>
              </a:ext>
            </a:extLst>
          </p:cNvPr>
          <p:cNvCxnSpPr>
            <a:cxnSpLocks/>
          </p:cNvCxnSpPr>
          <p:nvPr/>
        </p:nvCxnSpPr>
        <p:spPr>
          <a:xfrm>
            <a:off x="3687534" y="2139042"/>
            <a:ext cx="0" cy="21229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FB213289-FA77-C0A7-8376-3A0B372F1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99931"/>
              </p:ext>
            </p:extLst>
          </p:nvPr>
        </p:nvGraphicFramePr>
        <p:xfrm>
          <a:off x="1012678" y="4499727"/>
          <a:ext cx="3448560" cy="50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1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</a:tblGrid>
              <a:tr h="13099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이력 기술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OK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67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143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NG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149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13/156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1B6CCBF9-9D02-4AD6-07F2-1C7110AB8D75}"/>
              </a:ext>
            </a:extLst>
          </p:cNvPr>
          <p:cNvGraphicFramePr>
            <a:graphicFrameLocks noGrp="1"/>
          </p:cNvGraphicFramePr>
          <p:nvPr/>
        </p:nvGraphicFramePr>
        <p:xfrm>
          <a:off x="1014129" y="5048251"/>
          <a:ext cx="3448564" cy="72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5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423489698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1941295877"/>
                    </a:ext>
                  </a:extLst>
                </a:gridCol>
              </a:tblGrid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 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.2(2)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.4A(0)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.4B(1)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.4(3)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.6(0)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.8(4)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.9(0)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.10(0)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MAN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74256"/>
                  </a:ext>
                </a:extLst>
              </a:tr>
            </a:tbl>
          </a:graphicData>
        </a:graphic>
      </p:graphicFrame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52ED894B-9088-E9DC-D162-D690DD26C499}"/>
              </a:ext>
            </a:extLst>
          </p:cNvPr>
          <p:cNvSpPr/>
          <p:nvPr/>
        </p:nvSpPr>
        <p:spPr>
          <a:xfrm>
            <a:off x="1010711" y="5960679"/>
            <a:ext cx="3455036" cy="226759"/>
          </a:xfrm>
          <a:prstGeom prst="roundRect">
            <a:avLst/>
          </a:prstGeom>
          <a:solidFill>
            <a:srgbClr val="1E82F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레포트 생성</a:t>
            </a:r>
            <a:r>
              <a:rPr lang="en-US" altLang="ko-KR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(26.07.18)</a:t>
            </a:r>
            <a:endParaRPr lang="ko-KR" altLang="en-US" sz="8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00DC337-85D9-0A7E-98F9-AD0EB7F15213}"/>
              </a:ext>
            </a:extLst>
          </p:cNvPr>
          <p:cNvSpPr/>
          <p:nvPr/>
        </p:nvSpPr>
        <p:spPr>
          <a:xfrm>
            <a:off x="3698955" y="5811519"/>
            <a:ext cx="723217" cy="11407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차트 보기</a:t>
            </a:r>
            <a:endParaRPr lang="ko-KR" altLang="en-US" sz="7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DD107A56-828D-8FDD-3DC4-1BC54432BB56}"/>
              </a:ext>
            </a:extLst>
          </p:cNvPr>
          <p:cNvSpPr/>
          <p:nvPr/>
        </p:nvSpPr>
        <p:spPr>
          <a:xfrm>
            <a:off x="234245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6816BA4B-8618-5D78-73C7-A46B1CABA2B8}"/>
              </a:ext>
            </a:extLst>
          </p:cNvPr>
          <p:cNvSpPr/>
          <p:nvPr/>
        </p:nvSpPr>
        <p:spPr>
          <a:xfrm>
            <a:off x="380533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0C11FB7D-32DB-B807-110B-7934F6BD3588}"/>
              </a:ext>
            </a:extLst>
          </p:cNvPr>
          <p:cNvSpPr/>
          <p:nvPr/>
        </p:nvSpPr>
        <p:spPr>
          <a:xfrm>
            <a:off x="5300554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EDEFAD8D-A77B-7FA6-F308-1040A8EF78FB}"/>
              </a:ext>
            </a:extLst>
          </p:cNvPr>
          <p:cNvSpPr/>
          <p:nvPr/>
        </p:nvSpPr>
        <p:spPr>
          <a:xfrm>
            <a:off x="6727600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64" name="Picture 16" descr="codebeamer Reviews Jun 2026: Pricing &amp; Features | SoftwareWorld">
            <a:extLst>
              <a:ext uri="{FF2B5EF4-FFF2-40B4-BE49-F238E27FC236}">
                <a16:creationId xmlns:a16="http://schemas.microsoft.com/office/drawing/2014/main" id="{26239001-02C7-8A7A-DCDF-CC11A6478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81" y="1357983"/>
            <a:ext cx="152709" cy="15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2DB6B55B-23CF-BDF7-0306-F8CF3757F2F5}"/>
              </a:ext>
            </a:extLst>
          </p:cNvPr>
          <p:cNvCxnSpPr>
            <a:cxnSpLocks/>
          </p:cNvCxnSpPr>
          <p:nvPr/>
        </p:nvCxnSpPr>
        <p:spPr>
          <a:xfrm>
            <a:off x="7673715" y="1461606"/>
            <a:ext cx="1331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직사각형 2047">
            <a:extLst>
              <a:ext uri="{FF2B5EF4-FFF2-40B4-BE49-F238E27FC236}">
                <a16:creationId xmlns:a16="http://schemas.microsoft.com/office/drawing/2014/main" id="{0BB35348-5288-3B41-E217-E1138DECD2C2}"/>
              </a:ext>
            </a:extLst>
          </p:cNvPr>
          <p:cNvSpPr/>
          <p:nvPr/>
        </p:nvSpPr>
        <p:spPr>
          <a:xfrm>
            <a:off x="7957061" y="1384833"/>
            <a:ext cx="110595" cy="1105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49" name="십자형 2048">
            <a:extLst>
              <a:ext uri="{FF2B5EF4-FFF2-40B4-BE49-F238E27FC236}">
                <a16:creationId xmlns:a16="http://schemas.microsoft.com/office/drawing/2014/main" id="{07E70EEF-A6C6-DE9B-FFAB-22AB6D90DA74}"/>
              </a:ext>
            </a:extLst>
          </p:cNvPr>
          <p:cNvSpPr/>
          <p:nvPr/>
        </p:nvSpPr>
        <p:spPr>
          <a:xfrm rot="2700000">
            <a:off x="8182637" y="1370695"/>
            <a:ext cx="144780" cy="144780"/>
          </a:xfrm>
          <a:prstGeom prst="plus">
            <a:avLst>
              <a:gd name="adj" fmla="val 44298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057" name="그림 2056">
            <a:extLst>
              <a:ext uri="{FF2B5EF4-FFF2-40B4-BE49-F238E27FC236}">
                <a16:creationId xmlns:a16="http://schemas.microsoft.com/office/drawing/2014/main" id="{0DF4BEC9-7A9D-4D8A-EFCC-9986963F28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302" y="1764642"/>
            <a:ext cx="1209200" cy="6666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BFC18DD-E6D1-A416-3D60-89629DC63988}"/>
              </a:ext>
            </a:extLst>
          </p:cNvPr>
          <p:cNvSpPr/>
          <p:nvPr/>
        </p:nvSpPr>
        <p:spPr>
          <a:xfrm>
            <a:off x="905431" y="2103499"/>
            <a:ext cx="1644451" cy="37851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C02601-78BF-FDDD-FD84-695EA9268642}"/>
              </a:ext>
            </a:extLst>
          </p:cNvPr>
          <p:cNvSpPr/>
          <p:nvPr/>
        </p:nvSpPr>
        <p:spPr>
          <a:xfrm>
            <a:off x="905431" y="2549160"/>
            <a:ext cx="1644451" cy="37851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0B73DE-32CD-5731-CDAC-C539BE24027D}"/>
              </a:ext>
            </a:extLst>
          </p:cNvPr>
          <p:cNvSpPr/>
          <p:nvPr/>
        </p:nvSpPr>
        <p:spPr>
          <a:xfrm>
            <a:off x="2723293" y="1836567"/>
            <a:ext cx="3740286" cy="129127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878096-48DF-D8EC-DD64-6CC50C151322}"/>
              </a:ext>
            </a:extLst>
          </p:cNvPr>
          <p:cNvSpPr/>
          <p:nvPr/>
        </p:nvSpPr>
        <p:spPr>
          <a:xfrm>
            <a:off x="6525793" y="1835427"/>
            <a:ext cx="1728725" cy="1291278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E11CF4-67DA-C1C8-CAD4-4AC0D5BF944B}"/>
              </a:ext>
            </a:extLst>
          </p:cNvPr>
          <p:cNvSpPr/>
          <p:nvPr/>
        </p:nvSpPr>
        <p:spPr>
          <a:xfrm>
            <a:off x="1053590" y="3368310"/>
            <a:ext cx="1258381" cy="47725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1A38326-E0BD-DFF4-19C8-F33DA6080946}"/>
              </a:ext>
            </a:extLst>
          </p:cNvPr>
          <p:cNvSpPr/>
          <p:nvPr/>
        </p:nvSpPr>
        <p:spPr>
          <a:xfrm>
            <a:off x="4000916" y="3368310"/>
            <a:ext cx="1258381" cy="47725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F234AED-08A7-90EB-BB93-21CA40DFAFEB}"/>
              </a:ext>
            </a:extLst>
          </p:cNvPr>
          <p:cNvSpPr/>
          <p:nvPr/>
        </p:nvSpPr>
        <p:spPr>
          <a:xfrm>
            <a:off x="5468236" y="3368310"/>
            <a:ext cx="1147467" cy="47725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35EADA7-B910-B930-1CDD-98A10BB363B3}"/>
              </a:ext>
            </a:extLst>
          </p:cNvPr>
          <p:cNvSpPr/>
          <p:nvPr/>
        </p:nvSpPr>
        <p:spPr>
          <a:xfrm>
            <a:off x="3832670" y="3946461"/>
            <a:ext cx="1371600" cy="19154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5CA2F84-FB50-7429-DD5C-A57A03879DD9}"/>
              </a:ext>
            </a:extLst>
          </p:cNvPr>
          <p:cNvSpPr/>
          <p:nvPr/>
        </p:nvSpPr>
        <p:spPr>
          <a:xfrm>
            <a:off x="2521308" y="4302475"/>
            <a:ext cx="1366570" cy="15952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F6D6658-8087-7E7E-4294-B4DFA0005590}"/>
              </a:ext>
            </a:extLst>
          </p:cNvPr>
          <p:cNvSpPr/>
          <p:nvPr/>
        </p:nvSpPr>
        <p:spPr>
          <a:xfrm>
            <a:off x="3972535" y="4302475"/>
            <a:ext cx="493969" cy="15952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14BAB47-5615-11BD-F4A3-6D6BEF4AEF2A}"/>
              </a:ext>
            </a:extLst>
          </p:cNvPr>
          <p:cNvSpPr/>
          <p:nvPr/>
        </p:nvSpPr>
        <p:spPr>
          <a:xfrm>
            <a:off x="995861" y="4507558"/>
            <a:ext cx="3460396" cy="50006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171C46D-BBC1-1F7C-82E8-CB77960F8311}"/>
              </a:ext>
            </a:extLst>
          </p:cNvPr>
          <p:cNvSpPr/>
          <p:nvPr/>
        </p:nvSpPr>
        <p:spPr>
          <a:xfrm>
            <a:off x="995861" y="5052633"/>
            <a:ext cx="3460396" cy="71988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E03C8B5-BB15-D866-4DB6-13781DD63719}"/>
              </a:ext>
            </a:extLst>
          </p:cNvPr>
          <p:cNvSpPr/>
          <p:nvPr/>
        </p:nvSpPr>
        <p:spPr>
          <a:xfrm>
            <a:off x="3696133" y="5817870"/>
            <a:ext cx="697159" cy="11466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39DACA6-93D7-4DD6-25BD-1B2689050BDD}"/>
              </a:ext>
            </a:extLst>
          </p:cNvPr>
          <p:cNvSpPr/>
          <p:nvPr/>
        </p:nvSpPr>
        <p:spPr>
          <a:xfrm>
            <a:off x="1004029" y="5981700"/>
            <a:ext cx="3452228" cy="19431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C4AE987-E523-9929-A5B9-B77955812B6B}"/>
              </a:ext>
            </a:extLst>
          </p:cNvPr>
          <p:cNvSpPr/>
          <p:nvPr/>
        </p:nvSpPr>
        <p:spPr>
          <a:xfrm>
            <a:off x="4638439" y="4254271"/>
            <a:ext cx="3616588" cy="201698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F2F6EB0D-E97F-370C-584A-1F223D116E99}"/>
              </a:ext>
            </a:extLst>
          </p:cNvPr>
          <p:cNvSpPr/>
          <p:nvPr/>
        </p:nvSpPr>
        <p:spPr>
          <a:xfrm>
            <a:off x="2275967" y="2137301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697348C3-05AC-D838-3A56-C823564493AD}"/>
              </a:ext>
            </a:extLst>
          </p:cNvPr>
          <p:cNvSpPr/>
          <p:nvPr/>
        </p:nvSpPr>
        <p:spPr>
          <a:xfrm>
            <a:off x="2275967" y="2582695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2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360310A9-E645-5E3A-98F4-536F1673A23D}"/>
              </a:ext>
            </a:extLst>
          </p:cNvPr>
          <p:cNvSpPr/>
          <p:nvPr/>
        </p:nvSpPr>
        <p:spPr>
          <a:xfrm>
            <a:off x="2803429" y="2061712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3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55" name="타원 2054">
            <a:extLst>
              <a:ext uri="{FF2B5EF4-FFF2-40B4-BE49-F238E27FC236}">
                <a16:creationId xmlns:a16="http://schemas.microsoft.com/office/drawing/2014/main" id="{0B45489C-3323-9576-E61C-C626DA55DE86}"/>
              </a:ext>
            </a:extLst>
          </p:cNvPr>
          <p:cNvSpPr/>
          <p:nvPr/>
        </p:nvSpPr>
        <p:spPr>
          <a:xfrm>
            <a:off x="7990836" y="1891265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4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58" name="타원 2057">
            <a:extLst>
              <a:ext uri="{FF2B5EF4-FFF2-40B4-BE49-F238E27FC236}">
                <a16:creationId xmlns:a16="http://schemas.microsoft.com/office/drawing/2014/main" id="{9DD120F6-0FB9-23E5-B529-847714973082}"/>
              </a:ext>
            </a:extLst>
          </p:cNvPr>
          <p:cNvSpPr/>
          <p:nvPr/>
        </p:nvSpPr>
        <p:spPr>
          <a:xfrm>
            <a:off x="1610883" y="3157619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5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59" name="타원 2058">
            <a:extLst>
              <a:ext uri="{FF2B5EF4-FFF2-40B4-BE49-F238E27FC236}">
                <a16:creationId xmlns:a16="http://schemas.microsoft.com/office/drawing/2014/main" id="{528266DB-C6F0-1D43-3D4B-942DB0F2A290}"/>
              </a:ext>
            </a:extLst>
          </p:cNvPr>
          <p:cNvSpPr/>
          <p:nvPr/>
        </p:nvSpPr>
        <p:spPr>
          <a:xfrm>
            <a:off x="4487192" y="3157619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6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0" name="타원 2059">
            <a:extLst>
              <a:ext uri="{FF2B5EF4-FFF2-40B4-BE49-F238E27FC236}">
                <a16:creationId xmlns:a16="http://schemas.microsoft.com/office/drawing/2014/main" id="{0C79FCDE-A9F9-312C-5D87-929B0E2E2981}"/>
              </a:ext>
            </a:extLst>
          </p:cNvPr>
          <p:cNvSpPr/>
          <p:nvPr/>
        </p:nvSpPr>
        <p:spPr>
          <a:xfrm>
            <a:off x="5919435" y="3157619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7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1" name="타원 2060">
            <a:extLst>
              <a:ext uri="{FF2B5EF4-FFF2-40B4-BE49-F238E27FC236}">
                <a16:creationId xmlns:a16="http://schemas.microsoft.com/office/drawing/2014/main" id="{96499B85-E0A4-1E82-B31C-C305DF4A6425}"/>
              </a:ext>
            </a:extLst>
          </p:cNvPr>
          <p:cNvSpPr/>
          <p:nvPr/>
        </p:nvSpPr>
        <p:spPr>
          <a:xfrm>
            <a:off x="3599177" y="3920442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8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3" name="타원 2062">
            <a:extLst>
              <a:ext uri="{FF2B5EF4-FFF2-40B4-BE49-F238E27FC236}">
                <a16:creationId xmlns:a16="http://schemas.microsoft.com/office/drawing/2014/main" id="{D9CD836F-7C83-EFB0-159A-3A9488CE04A5}"/>
              </a:ext>
            </a:extLst>
          </p:cNvPr>
          <p:cNvSpPr/>
          <p:nvPr/>
        </p:nvSpPr>
        <p:spPr>
          <a:xfrm>
            <a:off x="3007108" y="407714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9</a:t>
            </a:r>
            <a:endParaRPr lang="ko-KR" altLang="en-US" sz="120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5" name="타원 2064">
            <a:extLst>
              <a:ext uri="{FF2B5EF4-FFF2-40B4-BE49-F238E27FC236}">
                <a16:creationId xmlns:a16="http://schemas.microsoft.com/office/drawing/2014/main" id="{2C008105-C949-4A42-8256-ED0F47D895A4}"/>
              </a:ext>
            </a:extLst>
          </p:cNvPr>
          <p:cNvSpPr/>
          <p:nvPr/>
        </p:nvSpPr>
        <p:spPr>
          <a:xfrm>
            <a:off x="4376959" y="424214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10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6" name="타원 2065">
            <a:extLst>
              <a:ext uri="{FF2B5EF4-FFF2-40B4-BE49-F238E27FC236}">
                <a16:creationId xmlns:a16="http://schemas.microsoft.com/office/drawing/2014/main" id="{0079ABF5-9A3F-BFF9-858E-6E6B8182F770}"/>
              </a:ext>
            </a:extLst>
          </p:cNvPr>
          <p:cNvSpPr/>
          <p:nvPr/>
        </p:nvSpPr>
        <p:spPr>
          <a:xfrm>
            <a:off x="775154" y="4636186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11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7" name="타원 2066">
            <a:extLst>
              <a:ext uri="{FF2B5EF4-FFF2-40B4-BE49-F238E27FC236}">
                <a16:creationId xmlns:a16="http://schemas.microsoft.com/office/drawing/2014/main" id="{D478DCBD-2356-6588-AC78-395EB05B4745}"/>
              </a:ext>
            </a:extLst>
          </p:cNvPr>
          <p:cNvSpPr/>
          <p:nvPr/>
        </p:nvSpPr>
        <p:spPr>
          <a:xfrm>
            <a:off x="775154" y="5258272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12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8" name="타원 2067">
            <a:extLst>
              <a:ext uri="{FF2B5EF4-FFF2-40B4-BE49-F238E27FC236}">
                <a16:creationId xmlns:a16="http://schemas.microsoft.com/office/drawing/2014/main" id="{FF4DECDA-1C28-CEDF-1E5D-FA82920D60D1}"/>
              </a:ext>
            </a:extLst>
          </p:cNvPr>
          <p:cNvSpPr/>
          <p:nvPr/>
        </p:nvSpPr>
        <p:spPr>
          <a:xfrm>
            <a:off x="775154" y="5950915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14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9" name="타원 2068">
            <a:extLst>
              <a:ext uri="{FF2B5EF4-FFF2-40B4-BE49-F238E27FC236}">
                <a16:creationId xmlns:a16="http://schemas.microsoft.com/office/drawing/2014/main" id="{A48DCD2B-A566-5C1E-B369-C41F8757C446}"/>
              </a:ext>
            </a:extLst>
          </p:cNvPr>
          <p:cNvSpPr/>
          <p:nvPr/>
        </p:nvSpPr>
        <p:spPr>
          <a:xfrm>
            <a:off x="4388570" y="5748518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13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0" name="타원 2069">
            <a:extLst>
              <a:ext uri="{FF2B5EF4-FFF2-40B4-BE49-F238E27FC236}">
                <a16:creationId xmlns:a16="http://schemas.microsoft.com/office/drawing/2014/main" id="{F6C495B3-5B80-FE1C-BD0D-CE48B9E84A1C}"/>
              </a:ext>
            </a:extLst>
          </p:cNvPr>
          <p:cNvSpPr/>
          <p:nvPr/>
        </p:nvSpPr>
        <p:spPr>
          <a:xfrm>
            <a:off x="7929464" y="4320367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15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1" name="TextBox 2070">
            <a:extLst>
              <a:ext uri="{FF2B5EF4-FFF2-40B4-BE49-F238E27FC236}">
                <a16:creationId xmlns:a16="http://schemas.microsoft.com/office/drawing/2014/main" id="{C4D0B5D3-5B5C-B775-F8B3-6DABC01EE2E6}"/>
              </a:ext>
            </a:extLst>
          </p:cNvPr>
          <p:cNvSpPr txBox="1"/>
          <p:nvPr/>
        </p:nvSpPr>
        <p:spPr>
          <a:xfrm>
            <a:off x="3761658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05438932-26AC-C909-4C9C-6ACB63245B3F}"/>
              </a:ext>
            </a:extLst>
          </p:cNvPr>
          <p:cNvSpPr txBox="1"/>
          <p:nvPr/>
        </p:nvSpPr>
        <p:spPr>
          <a:xfrm>
            <a:off x="447298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51AD8937-6D77-3EE1-7C1B-6878A5008561}"/>
              </a:ext>
            </a:extLst>
          </p:cNvPr>
          <p:cNvSpPr txBox="1"/>
          <p:nvPr/>
        </p:nvSpPr>
        <p:spPr>
          <a:xfrm>
            <a:off x="506379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#3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ACA53DF0-371B-C25E-3B9F-0E8322CDBD0B}"/>
              </a:ext>
            </a:extLst>
          </p:cNvPr>
          <p:cNvSpPr txBox="1"/>
          <p:nvPr/>
        </p:nvSpPr>
        <p:spPr>
          <a:xfrm>
            <a:off x="5459501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#4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731F241-F63F-49EF-6AFB-F2D99117CA1D}"/>
              </a:ext>
            </a:extLst>
          </p:cNvPr>
          <p:cNvSpPr/>
          <p:nvPr/>
        </p:nvSpPr>
        <p:spPr>
          <a:xfrm rot="19800000">
            <a:off x="4118033" y="3164447"/>
            <a:ext cx="3602001" cy="1199293"/>
          </a:xfrm>
          <a:prstGeom prst="rect">
            <a:avLst/>
          </a:prstGeom>
          <a:solidFill>
            <a:srgbClr val="FFC000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중단</a:t>
            </a:r>
            <a:endParaRPr lang="en-US" altLang="ko-KR" sz="20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김대현 사원 작업 중지</a:t>
            </a:r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7745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B246-7EA2-867B-6EB3-DD6823A7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0B63576B-527B-3A69-AF77-5CD6BC5B5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734103"/>
              </p:ext>
            </p:extLst>
          </p:nvPr>
        </p:nvGraphicFramePr>
        <p:xfrm>
          <a:off x="340746" y="1109481"/>
          <a:ext cx="11537406" cy="535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34">
                  <a:extLst>
                    <a:ext uri="{9D8B030D-6E8A-4147-A177-3AD203B41FA5}">
                      <a16:colId xmlns:a16="http://schemas.microsoft.com/office/drawing/2014/main" val="208040562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787775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99592244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1729588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8703358"/>
                    </a:ext>
                  </a:extLst>
                </a:gridCol>
                <a:gridCol w="2459314">
                  <a:extLst>
                    <a:ext uri="{9D8B030D-6E8A-4147-A177-3AD203B41FA5}">
                      <a16:colId xmlns:a16="http://schemas.microsoft.com/office/drawing/2014/main" val="69761974"/>
                    </a:ext>
                  </a:extLst>
                </a:gridCol>
                <a:gridCol w="405806">
                  <a:extLst>
                    <a:ext uri="{9D8B030D-6E8A-4147-A177-3AD203B41FA5}">
                      <a16:colId xmlns:a16="http://schemas.microsoft.com/office/drawing/2014/main" val="3190195433"/>
                    </a:ext>
                  </a:extLst>
                </a:gridCol>
                <a:gridCol w="2665572">
                  <a:extLst>
                    <a:ext uri="{9D8B030D-6E8A-4147-A177-3AD203B41FA5}">
                      <a16:colId xmlns:a16="http://schemas.microsoft.com/office/drawing/2014/main" val="3293110880"/>
                    </a:ext>
                  </a:extLst>
                </a:gridCol>
              </a:tblGrid>
              <a:tr h="1817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화면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메인화면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CM Tab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설계일자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26.06.22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작성자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명노아 사원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Description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04662"/>
                  </a:ext>
                </a:extLst>
              </a:tr>
              <a:tr h="5176625">
                <a:tc gridSpan="6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23793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4AD4DB01-2387-FED3-6477-54214A883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기능사양서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6D702D8-FC9C-C4E3-9400-A4BA3DFA5CE5}"/>
              </a:ext>
            </a:extLst>
          </p:cNvPr>
          <p:cNvSpPr/>
          <p:nvPr/>
        </p:nvSpPr>
        <p:spPr>
          <a:xfrm>
            <a:off x="2658774" y="1836567"/>
            <a:ext cx="3833880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3D675C2-AC9F-4E27-2F07-8A807F554A04}"/>
              </a:ext>
            </a:extLst>
          </p:cNvPr>
          <p:cNvGrpSpPr/>
          <p:nvPr/>
        </p:nvGrpSpPr>
        <p:grpSpPr>
          <a:xfrm>
            <a:off x="438896" y="811839"/>
            <a:ext cx="1785769" cy="246221"/>
            <a:chOff x="438896" y="811839"/>
            <a:chExt cx="1785769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6C66-4543-D23C-A532-CDF79A66C297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76190-BF4E-6AA2-C38D-8BBF38EE3D2C}"/>
                </a:ext>
              </a:extLst>
            </p:cNvPr>
            <p:cNvSpPr txBox="1"/>
            <p:nvPr/>
          </p:nvSpPr>
          <p:spPr>
            <a:xfrm>
              <a:off x="695400" y="811839"/>
              <a:ext cx="152926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화면 설계도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(</a:t>
              </a:r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메인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)</a:t>
              </a:r>
              <a:endParaRPr lang="ko-KR" altLang="en-US" sz="1600" b="1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43EA4530-F1F2-55A9-FEE8-75608418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319459"/>
            <a:ext cx="7647573" cy="5098382"/>
          </a:xfrm>
          <a:prstGeom prst="rect">
            <a:avLst/>
          </a:prstGeom>
        </p:spPr>
      </p:pic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61D93D91-82B3-8CF5-3463-654A3DA3AD5B}"/>
              </a:ext>
            </a:extLst>
          </p:cNvPr>
          <p:cNvGraphicFramePr>
            <a:graphicFrameLocks noGrp="1"/>
          </p:cNvGraphicFramePr>
          <p:nvPr/>
        </p:nvGraphicFramePr>
        <p:xfrm>
          <a:off x="738376" y="1340710"/>
          <a:ext cx="7647573" cy="5034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57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</a:tblGrid>
              <a:tr h="19706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2237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461385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7924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847BEF-ACE9-E508-CC9F-D84BAC6EFC3F}"/>
              </a:ext>
            </a:extLst>
          </p:cNvPr>
          <p:cNvSpPr txBox="1"/>
          <p:nvPr/>
        </p:nvSpPr>
        <p:spPr>
          <a:xfrm>
            <a:off x="980613" y="1372018"/>
            <a:ext cx="15292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Codebeamer CM Manager v1.0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1" name="사각형: 둥근 모서리 2050">
            <a:extLst>
              <a:ext uri="{FF2B5EF4-FFF2-40B4-BE49-F238E27FC236}">
                <a16:creationId xmlns:a16="http://schemas.microsoft.com/office/drawing/2014/main" id="{DAA84ADA-D1A5-49FF-0286-D32AB7778D04}"/>
              </a:ext>
            </a:extLst>
          </p:cNvPr>
          <p:cNvSpPr/>
          <p:nvPr/>
        </p:nvSpPr>
        <p:spPr>
          <a:xfrm>
            <a:off x="1380828" y="1559249"/>
            <a:ext cx="501915" cy="378517"/>
          </a:xfrm>
          <a:prstGeom prst="roundRect">
            <a:avLst>
              <a:gd name="adj" fmla="val 86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0FB64DA4-95E5-8B2E-856F-4FC755667599}"/>
              </a:ext>
            </a:extLst>
          </p:cNvPr>
          <p:cNvSpPr/>
          <p:nvPr/>
        </p:nvSpPr>
        <p:spPr>
          <a:xfrm>
            <a:off x="878913" y="1559249"/>
            <a:ext cx="501915" cy="378517"/>
          </a:xfrm>
          <a:prstGeom prst="roundRect">
            <a:avLst>
              <a:gd name="adj" fmla="val 8614"/>
            </a:avLst>
          </a:prstGeom>
          <a:solidFill>
            <a:srgbClr val="7F7F7F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BA62B67C-C59C-8E2A-2535-B8A263BA2C34}"/>
              </a:ext>
            </a:extLst>
          </p:cNvPr>
          <p:cNvSpPr/>
          <p:nvPr/>
        </p:nvSpPr>
        <p:spPr>
          <a:xfrm>
            <a:off x="2715655" y="1836567"/>
            <a:ext cx="375335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1C8EB750-89F8-0B9A-ABFA-5917EB0E982B}"/>
              </a:ext>
            </a:extLst>
          </p:cNvPr>
          <p:cNvSpPr/>
          <p:nvPr/>
        </p:nvSpPr>
        <p:spPr>
          <a:xfrm>
            <a:off x="6525793" y="1836567"/>
            <a:ext cx="172923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EED861B5-FC2D-9E5F-DBF0-3F6DA274E04E}"/>
              </a:ext>
            </a:extLst>
          </p:cNvPr>
          <p:cNvSpPr/>
          <p:nvPr/>
        </p:nvSpPr>
        <p:spPr>
          <a:xfrm>
            <a:off x="856773" y="4242144"/>
            <a:ext cx="3733040" cy="2029115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6CAE20C8-AE0D-5BDB-9E39-B5BC70BEC3E7}"/>
              </a:ext>
            </a:extLst>
          </p:cNvPr>
          <p:cNvSpPr/>
          <p:nvPr/>
        </p:nvSpPr>
        <p:spPr>
          <a:xfrm>
            <a:off x="856773" y="1836567"/>
            <a:ext cx="1751893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D6424-32B2-1F2E-216F-D54AB03C9631}"/>
              </a:ext>
            </a:extLst>
          </p:cNvPr>
          <p:cNvSpPr txBox="1"/>
          <p:nvPr/>
        </p:nvSpPr>
        <p:spPr>
          <a:xfrm>
            <a:off x="1119228" y="1926350"/>
            <a:ext cx="16671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91AF6-6AFD-EA8E-053F-7AE5ECCA3151}"/>
              </a:ext>
            </a:extLst>
          </p:cNvPr>
          <p:cNvSpPr txBox="1"/>
          <p:nvPr/>
        </p:nvSpPr>
        <p:spPr>
          <a:xfrm>
            <a:off x="2954918" y="1930160"/>
            <a:ext cx="69249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타임라인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BE241B23-7357-B343-1C5B-A3CB09178116}"/>
              </a:ext>
            </a:extLst>
          </p:cNvPr>
          <p:cNvSpPr/>
          <p:nvPr/>
        </p:nvSpPr>
        <p:spPr>
          <a:xfrm>
            <a:off x="856773" y="3170287"/>
            <a:ext cx="7398254" cy="1020713"/>
          </a:xfrm>
          <a:prstGeom prst="roundRect">
            <a:avLst>
              <a:gd name="adj" fmla="val 530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AB918-ABEE-A993-C7BF-0816EC257A92}"/>
              </a:ext>
            </a:extLst>
          </p:cNvPr>
          <p:cNvSpPr txBox="1"/>
          <p:nvPr/>
        </p:nvSpPr>
        <p:spPr>
          <a:xfrm>
            <a:off x="6781400" y="1926350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감사 일자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D982F4-6FE4-DF3F-E35A-889CAA0A352F}"/>
              </a:ext>
            </a:extLst>
          </p:cNvPr>
          <p:cNvSpPr txBox="1"/>
          <p:nvPr/>
        </p:nvSpPr>
        <p:spPr>
          <a:xfrm>
            <a:off x="1102894" y="3237725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수행 단계 선택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F0AC8-2F05-FE3C-42EF-D78AF44B64AB}"/>
              </a:ext>
            </a:extLst>
          </p:cNvPr>
          <p:cNvSpPr txBox="1"/>
          <p:nvPr/>
        </p:nvSpPr>
        <p:spPr>
          <a:xfrm>
            <a:off x="1106306" y="4323016"/>
            <a:ext cx="60775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내역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20B28A-A1B2-8A05-309E-BE8008BE5633}"/>
              </a:ext>
            </a:extLst>
          </p:cNvPr>
          <p:cNvSpPr txBox="1"/>
          <p:nvPr/>
        </p:nvSpPr>
        <p:spPr>
          <a:xfrm>
            <a:off x="1423495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CC3B34-D736-953A-B9BE-DEF6C2BEDC0B}"/>
              </a:ext>
            </a:extLst>
          </p:cNvPr>
          <p:cNvSpPr txBox="1"/>
          <p:nvPr/>
        </p:nvSpPr>
        <p:spPr>
          <a:xfrm>
            <a:off x="2851924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CCCE04-DC45-FB17-C7EB-31B7EC87DA09}"/>
              </a:ext>
            </a:extLst>
          </p:cNvPr>
          <p:cNvSpPr txBox="1"/>
          <p:nvPr/>
        </p:nvSpPr>
        <p:spPr>
          <a:xfrm>
            <a:off x="4406404" y="3452190"/>
            <a:ext cx="39113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229070-C71C-69E3-28F7-97349AE7C8A2}"/>
              </a:ext>
            </a:extLst>
          </p:cNvPr>
          <p:cNvSpPr txBox="1"/>
          <p:nvPr/>
        </p:nvSpPr>
        <p:spPr>
          <a:xfrm>
            <a:off x="5842774" y="3452190"/>
            <a:ext cx="53219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업데이트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4708B8-228D-746A-7817-022D90626741}"/>
              </a:ext>
            </a:extLst>
          </p:cNvPr>
          <p:cNvSpPr txBox="1"/>
          <p:nvPr/>
        </p:nvSpPr>
        <p:spPr>
          <a:xfrm>
            <a:off x="7275334" y="3452190"/>
            <a:ext cx="49372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NG/PR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1124EB1-380F-B0AD-3BFE-28BAD234B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60" y="3423419"/>
            <a:ext cx="205764" cy="2057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6A5500F-06DC-F205-AECE-FE8611774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17" y="3423419"/>
            <a:ext cx="205764" cy="20576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417D9F7-6550-4229-FD48-98191D79C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228" y="3394481"/>
            <a:ext cx="131820" cy="13182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E238174B-B161-5A17-FF73-74A1F1E80566}"/>
              </a:ext>
            </a:extLst>
          </p:cNvPr>
          <p:cNvSpPr/>
          <p:nvPr/>
        </p:nvSpPr>
        <p:spPr>
          <a:xfrm>
            <a:off x="5558790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CC99CE0-436C-46B5-727D-8AA9BC85F530}"/>
              </a:ext>
            </a:extLst>
          </p:cNvPr>
          <p:cNvSpPr/>
          <p:nvPr/>
        </p:nvSpPr>
        <p:spPr>
          <a:xfrm>
            <a:off x="6996509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A4C977D-9501-6B49-73DB-316422842CA2}"/>
              </a:ext>
            </a:extLst>
          </p:cNvPr>
          <p:cNvSpPr/>
          <p:nvPr/>
        </p:nvSpPr>
        <p:spPr>
          <a:xfrm>
            <a:off x="1162836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72C817E-81B0-A734-8DF0-4860ECA5F50A}"/>
              </a:ext>
            </a:extLst>
          </p:cNvPr>
          <p:cNvSpPr/>
          <p:nvPr/>
        </p:nvSpPr>
        <p:spPr>
          <a:xfrm>
            <a:off x="2584954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A642992-AF26-78DC-9A4E-13FAEE086082}"/>
              </a:ext>
            </a:extLst>
          </p:cNvPr>
          <p:cNvSpPr/>
          <p:nvPr/>
        </p:nvSpPr>
        <p:spPr>
          <a:xfrm>
            <a:off x="4082175" y="3452190"/>
            <a:ext cx="160020" cy="160020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A3252F8-1814-C69A-EF4A-29A8CE55B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825" y="3394481"/>
            <a:ext cx="131820" cy="13182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85D211F-D639-E475-919C-C3399B036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448" y="3394481"/>
            <a:ext cx="131820" cy="13182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DA42618-C17D-DF66-0568-F15CEA30BA28}"/>
              </a:ext>
            </a:extLst>
          </p:cNvPr>
          <p:cNvSpPr/>
          <p:nvPr/>
        </p:nvSpPr>
        <p:spPr>
          <a:xfrm>
            <a:off x="6437071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D7B9D18-211E-8A93-499A-D3D927B95751}"/>
              </a:ext>
            </a:extLst>
          </p:cNvPr>
          <p:cNvSpPr/>
          <p:nvPr/>
        </p:nvSpPr>
        <p:spPr>
          <a:xfrm>
            <a:off x="7846590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9610F83-3925-B0E9-5FCE-0D4DA74D88C0}"/>
              </a:ext>
            </a:extLst>
          </p:cNvPr>
          <p:cNvSpPr/>
          <p:nvPr/>
        </p:nvSpPr>
        <p:spPr>
          <a:xfrm flipV="1">
            <a:off x="1168297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94D694-D21F-75C9-E47B-E7E7F6A84C70}"/>
              </a:ext>
            </a:extLst>
          </p:cNvPr>
          <p:cNvSpPr txBox="1"/>
          <p:nvPr/>
        </p:nvSpPr>
        <p:spPr>
          <a:xfrm>
            <a:off x="2078943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F68BDAA-CC44-44A2-DACD-ECB574CC4EA9}"/>
              </a:ext>
            </a:extLst>
          </p:cNvPr>
          <p:cNvSpPr/>
          <p:nvPr/>
        </p:nvSpPr>
        <p:spPr>
          <a:xfrm flipV="1">
            <a:off x="2582609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D235D9-D0CE-D2C8-FAF1-F7111FDFFDDD}"/>
              </a:ext>
            </a:extLst>
          </p:cNvPr>
          <p:cNvSpPr txBox="1"/>
          <p:nvPr/>
        </p:nvSpPr>
        <p:spPr>
          <a:xfrm>
            <a:off x="3493255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58A1E1-9E37-6B1C-2785-1BDA5E79A116}"/>
              </a:ext>
            </a:extLst>
          </p:cNvPr>
          <p:cNvSpPr txBox="1"/>
          <p:nvPr/>
        </p:nvSpPr>
        <p:spPr>
          <a:xfrm>
            <a:off x="1454256" y="3573019"/>
            <a:ext cx="27732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↔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7D7745-B1F0-8BB6-4A79-773850119E25}"/>
              </a:ext>
            </a:extLst>
          </p:cNvPr>
          <p:cNvSpPr txBox="1"/>
          <p:nvPr/>
        </p:nvSpPr>
        <p:spPr>
          <a:xfrm>
            <a:off x="2845471" y="3565250"/>
            <a:ext cx="6588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Baseline/CIL/Tracker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37621B-5A59-FDE2-9D98-E92559C33344}"/>
              </a:ext>
            </a:extLst>
          </p:cNvPr>
          <p:cNvSpPr txBox="1"/>
          <p:nvPr/>
        </p:nvSpPr>
        <p:spPr>
          <a:xfrm>
            <a:off x="4393292" y="3565250"/>
            <a:ext cx="527388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기반 감사 진행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AC1105-DC3B-6620-A82E-9B1C41BE3ADE}"/>
              </a:ext>
            </a:extLst>
          </p:cNvPr>
          <p:cNvSpPr txBox="1"/>
          <p:nvPr/>
        </p:nvSpPr>
        <p:spPr>
          <a:xfrm>
            <a:off x="5812960" y="3565250"/>
            <a:ext cx="6059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감사결과 업데이트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6834E1-FCAB-C792-6313-C165B2BC918A}"/>
              </a:ext>
            </a:extLst>
          </p:cNvPr>
          <p:cNvSpPr txBox="1"/>
          <p:nvPr/>
        </p:nvSpPr>
        <p:spPr>
          <a:xfrm>
            <a:off x="7219228" y="3565250"/>
            <a:ext cx="520976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차종이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ASIL A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50" name="Picture 2" descr="설정 - 무료 ui개 아이콘">
            <a:extLst>
              <a:ext uri="{FF2B5EF4-FFF2-40B4-BE49-F238E27FC236}">
                <a16:creationId xmlns:a16="http://schemas.microsoft.com/office/drawing/2014/main" id="{D8A55824-0AC2-2A48-EB8E-E611E33B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26" y="1889752"/>
            <a:ext cx="166712" cy="16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292726FD-D3E7-AA2C-8C91-C08C2C2C2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581" y="1902112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2A7FB5E3-FBEA-71CA-F349-EEDAC84B9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063" y="1896924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5894149-7FED-54BE-FE67-B7350560FEBE}"/>
              </a:ext>
            </a:extLst>
          </p:cNvPr>
          <p:cNvSpPr txBox="1"/>
          <p:nvPr/>
        </p:nvSpPr>
        <p:spPr>
          <a:xfrm>
            <a:off x="976086" y="2156341"/>
            <a:ext cx="4440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차종 프로젝트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2C725B-DB83-9583-86AE-4ADDAD5449F3}"/>
              </a:ext>
            </a:extLst>
          </p:cNvPr>
          <p:cNvSpPr txBox="1"/>
          <p:nvPr/>
        </p:nvSpPr>
        <p:spPr>
          <a:xfrm>
            <a:off x="976086" y="2615505"/>
            <a:ext cx="46487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규칙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257F846-42EF-181E-EBDE-5F8CDECBE0EF}"/>
              </a:ext>
            </a:extLst>
          </p:cNvPr>
          <p:cNvSpPr/>
          <p:nvPr/>
        </p:nvSpPr>
        <p:spPr>
          <a:xfrm>
            <a:off x="948690" y="2261781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GM_9BQX_HL_LDM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18E13F6-666A-8ED7-6AAF-49DC1D72A32A}"/>
              </a:ext>
            </a:extLst>
          </p:cNvPr>
          <p:cNvSpPr/>
          <p:nvPr/>
        </p:nvSpPr>
        <p:spPr>
          <a:xfrm>
            <a:off x="948690" y="2722260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ASPICE v4.0               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D1F14C-00B0-BF8B-D74A-2576B5DABA33}"/>
              </a:ext>
            </a:extLst>
          </p:cNvPr>
          <p:cNvSpPr txBox="1"/>
          <p:nvPr/>
        </p:nvSpPr>
        <p:spPr>
          <a:xfrm>
            <a:off x="6754089" y="2325615"/>
            <a:ext cx="128560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10913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</a:t>
            </a:r>
            <a:endParaRPr lang="ko-KR" altLang="en-US" sz="2400" b="1" dirty="0" err="1">
              <a:solidFill>
                <a:srgbClr val="109134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597A81-DF20-0D22-B54B-FD7329D5C071}"/>
              </a:ext>
            </a:extLst>
          </p:cNvPr>
          <p:cNvSpPr txBox="1"/>
          <p:nvPr/>
        </p:nvSpPr>
        <p:spPr>
          <a:xfrm>
            <a:off x="6915196" y="2720409"/>
            <a:ext cx="3959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</a:t>
            </a:r>
            <a:r>
              <a:rPr lang="en-US" altLang="ko-KR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169</a:t>
            </a:r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73777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8BB832-227C-E048-4891-133FA478AD65}"/>
              </a:ext>
            </a:extLst>
          </p:cNvPr>
          <p:cNvSpPr txBox="1"/>
          <p:nvPr/>
        </p:nvSpPr>
        <p:spPr>
          <a:xfrm>
            <a:off x="7439622" y="2715674"/>
            <a:ext cx="3911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NG 13</a:t>
            </a:r>
            <a:r>
              <a:rPr lang="ko-KR" altLang="en-US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F80E4E4-8602-D112-BE95-6C8C3AFACD59}"/>
              </a:ext>
            </a:extLst>
          </p:cNvPr>
          <p:cNvSpPr/>
          <p:nvPr/>
        </p:nvSpPr>
        <p:spPr>
          <a:xfrm>
            <a:off x="3848100" y="3946461"/>
            <a:ext cx="1371600" cy="2039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형상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시작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442CB4BC-16A1-EC9A-40EF-FA45832037A6}"/>
              </a:ext>
            </a:extLst>
          </p:cNvPr>
          <p:cNvSpPr/>
          <p:nvPr/>
        </p:nvSpPr>
        <p:spPr>
          <a:xfrm rot="5400000">
            <a:off x="4127390" y="3991773"/>
            <a:ext cx="131493" cy="113356"/>
          </a:xfrm>
          <a:prstGeom prst="triangl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54" name="Picture 6" descr="List - Free interface icons">
            <a:extLst>
              <a:ext uri="{FF2B5EF4-FFF2-40B4-BE49-F238E27FC236}">
                <a16:creationId xmlns:a16="http://schemas.microsoft.com/office/drawing/2014/main" id="{A53E041C-BD28-7434-EF15-069A92ACC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38" y="3213174"/>
            <a:ext cx="141565" cy="14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lue Document Icon for Websites and Apps">
            <a:extLst>
              <a:ext uri="{FF2B5EF4-FFF2-40B4-BE49-F238E27FC236}">
                <a16:creationId xmlns:a16="http://schemas.microsoft.com/office/drawing/2014/main" id="{49BE5BC2-952E-A2AF-453D-03833B708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99" y="4284418"/>
            <a:ext cx="182966" cy="16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9C5A456-D01B-81C2-E6EC-9B3C03BA05A9}"/>
              </a:ext>
            </a:extLst>
          </p:cNvPr>
          <p:cNvSpPr/>
          <p:nvPr/>
        </p:nvSpPr>
        <p:spPr>
          <a:xfrm>
            <a:off x="1073333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DA5D1FE-A51E-0FB3-F6E1-FAC795EE6BD3}"/>
              </a:ext>
            </a:extLst>
          </p:cNvPr>
          <p:cNvSpPr/>
          <p:nvPr/>
        </p:nvSpPr>
        <p:spPr>
          <a:xfrm>
            <a:off x="2503300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CEAAD82-1885-EBE6-DDD9-4E6D135F6218}"/>
              </a:ext>
            </a:extLst>
          </p:cNvPr>
          <p:cNvSpPr/>
          <p:nvPr/>
        </p:nvSpPr>
        <p:spPr>
          <a:xfrm>
            <a:off x="3990425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1E2C34B-B182-D9A0-1A8D-541C081246A1}"/>
              </a:ext>
            </a:extLst>
          </p:cNvPr>
          <p:cNvSpPr/>
          <p:nvPr/>
        </p:nvSpPr>
        <p:spPr>
          <a:xfrm>
            <a:off x="546823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BC1BABD-D1CC-C9DE-F879-F67E79EFCDF3}"/>
              </a:ext>
            </a:extLst>
          </p:cNvPr>
          <p:cNvSpPr/>
          <p:nvPr/>
        </p:nvSpPr>
        <p:spPr>
          <a:xfrm>
            <a:off x="691519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BE8DD92F-18E6-5EEC-BA9F-EA0E7366702D}"/>
              </a:ext>
            </a:extLst>
          </p:cNvPr>
          <p:cNvSpPr/>
          <p:nvPr/>
        </p:nvSpPr>
        <p:spPr>
          <a:xfrm>
            <a:off x="2549883" y="4305867"/>
            <a:ext cx="1337995" cy="142715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26.07.18(</a:t>
            </a:r>
            <a:r>
              <a:rPr lang="ko-KR" altLang="en-US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</a:t>
            </a:r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14:23:07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B17C340-6842-31BF-8EC1-FA75B88378A5}"/>
              </a:ext>
            </a:extLst>
          </p:cNvPr>
          <p:cNvSpPr/>
          <p:nvPr/>
        </p:nvSpPr>
        <p:spPr>
          <a:xfrm>
            <a:off x="3962288" y="4305867"/>
            <a:ext cx="493969" cy="142715"/>
          </a:xfrm>
          <a:prstGeom prst="roundRect">
            <a:avLst/>
          </a:prstGeom>
          <a:solidFill>
            <a:srgbClr val="155FE8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링크</a:t>
            </a:r>
            <a:endParaRPr lang="ko-KR" altLang="en-US" sz="6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1" name="Picture 12" descr="Link - Free multimedia icons">
            <a:extLst>
              <a:ext uri="{FF2B5EF4-FFF2-40B4-BE49-F238E27FC236}">
                <a16:creationId xmlns:a16="http://schemas.microsoft.com/office/drawing/2014/main" id="{AE6FC2A3-EE17-B9E2-2CCB-59B967EB8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230" y="4320367"/>
            <a:ext cx="125329" cy="1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B2F06B5E-D856-0AC0-82EA-3C19120BE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749391"/>
              </p:ext>
            </p:extLst>
          </p:nvPr>
        </p:nvGraphicFramePr>
        <p:xfrm>
          <a:off x="2851923" y="2590016"/>
          <a:ext cx="3486165" cy="48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170656081"/>
                    </a:ext>
                  </a:extLst>
                </a:gridCol>
              </a:tblGrid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26.07.15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D-78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M/Car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26.11.15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27.05.15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D-240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27.06.01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#3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27.09.15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D-356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#4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D-412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27.11.01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sp>
        <p:nvSpPr>
          <p:cNvPr id="2104" name="직사각형 2103">
            <a:extLst>
              <a:ext uri="{FF2B5EF4-FFF2-40B4-BE49-F238E27FC236}">
                <a16:creationId xmlns:a16="http://schemas.microsoft.com/office/drawing/2014/main" id="{5F4FA6E9-6BC4-DCAE-F3F3-EED1D2B30A78}"/>
              </a:ext>
            </a:extLst>
          </p:cNvPr>
          <p:cNvSpPr/>
          <p:nvPr/>
        </p:nvSpPr>
        <p:spPr>
          <a:xfrm>
            <a:off x="2843680" y="2522091"/>
            <a:ext cx="3451408" cy="544056"/>
          </a:xfrm>
          <a:prstGeom prst="rect">
            <a:avLst/>
          </a:prstGeom>
          <a:solidFill>
            <a:schemeClr val="tx1">
              <a:lumMod val="50000"/>
              <a:lumOff val="50000"/>
              <a:alpha val="38039"/>
            </a:schemeClr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2116602-BD05-872A-7573-188E6A39A5A4}"/>
              </a:ext>
            </a:extLst>
          </p:cNvPr>
          <p:cNvSpPr/>
          <p:nvPr/>
        </p:nvSpPr>
        <p:spPr>
          <a:xfrm flipV="1">
            <a:off x="2829219" y="2286223"/>
            <a:ext cx="3486165" cy="49194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66DC2E-BB75-ACE5-A18E-81FD498C559B}"/>
              </a:ext>
            </a:extLst>
          </p:cNvPr>
          <p:cNvSpPr txBox="1"/>
          <p:nvPr/>
        </p:nvSpPr>
        <p:spPr>
          <a:xfrm>
            <a:off x="5204425" y="1902112"/>
            <a:ext cx="282129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51711B0-B213-85F8-3C0A-DE3CCEFF2C76}"/>
              </a:ext>
            </a:extLst>
          </p:cNvPr>
          <p:cNvSpPr txBox="1"/>
          <p:nvPr/>
        </p:nvSpPr>
        <p:spPr>
          <a:xfrm>
            <a:off x="5908005" y="1902112"/>
            <a:ext cx="158698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D7ED6A2-0D48-1147-AD55-3C28D0B56731}"/>
              </a:ext>
            </a:extLst>
          </p:cNvPr>
          <p:cNvSpPr/>
          <p:nvPr/>
        </p:nvSpPr>
        <p:spPr>
          <a:xfrm>
            <a:off x="5191673" y="2015172"/>
            <a:ext cx="586827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26.03.15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645E810-687A-0326-5DD9-C8D689E38027}"/>
              </a:ext>
            </a:extLst>
          </p:cNvPr>
          <p:cNvSpPr/>
          <p:nvPr/>
        </p:nvSpPr>
        <p:spPr>
          <a:xfrm>
            <a:off x="5882717" y="2015172"/>
            <a:ext cx="530786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27.12.15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62" name="Picture 14" descr="Calendar icon - Free Download PNG &amp; SVG | Streamline">
            <a:extLst>
              <a:ext uri="{FF2B5EF4-FFF2-40B4-BE49-F238E27FC236}">
                <a16:creationId xmlns:a16="http://schemas.microsoft.com/office/drawing/2014/main" id="{C509F289-74BA-86F2-82FF-A290E5A3D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5653278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4" descr="Calendar icon - Free Download PNG &amp; SVG | Streamline">
            <a:extLst>
              <a:ext uri="{FF2B5EF4-FFF2-40B4-BE49-F238E27FC236}">
                <a16:creationId xmlns:a16="http://schemas.microsoft.com/office/drawing/2014/main" id="{060C1D84-CD8B-F341-90D6-6159A4231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6287700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A36DAEFB-F5D7-3BD0-7370-36D23D6D9038}"/>
              </a:ext>
            </a:extLst>
          </p:cNvPr>
          <p:cNvSpPr/>
          <p:nvPr/>
        </p:nvSpPr>
        <p:spPr>
          <a:xfrm>
            <a:off x="4655820" y="4242144"/>
            <a:ext cx="3599207" cy="2029115"/>
          </a:xfrm>
          <a:prstGeom prst="roundRect">
            <a:avLst>
              <a:gd name="adj" fmla="val 4188"/>
            </a:avLst>
          </a:prstGeom>
          <a:solidFill>
            <a:srgbClr val="1A2938"/>
          </a:solidFill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4B46C1-7C20-6672-ACD4-27B74AD054F4}"/>
              </a:ext>
            </a:extLst>
          </p:cNvPr>
          <p:cNvSpPr txBox="1"/>
          <p:nvPr/>
        </p:nvSpPr>
        <p:spPr>
          <a:xfrm>
            <a:off x="4743812" y="4305868"/>
            <a:ext cx="21159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LOG</a:t>
            </a:r>
            <a:endParaRPr lang="ko-KR" altLang="en-US" sz="8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81D0B56-388A-D54C-EC8E-8D8517D96904}"/>
              </a:ext>
            </a:extLst>
          </p:cNvPr>
          <p:cNvSpPr/>
          <p:nvPr/>
        </p:nvSpPr>
        <p:spPr>
          <a:xfrm>
            <a:off x="4728210" y="4461472"/>
            <a:ext cx="3454392" cy="1697501"/>
          </a:xfrm>
          <a:prstGeom prst="roundRect">
            <a:avLst>
              <a:gd name="adj" fmla="val 4188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A67575B-CEF9-2C62-D907-F4B26C0838BB}"/>
              </a:ext>
            </a:extLst>
          </p:cNvPr>
          <p:cNvSpPr txBox="1"/>
          <p:nvPr/>
        </p:nvSpPr>
        <p:spPr>
          <a:xfrm>
            <a:off x="4819631" y="4442307"/>
            <a:ext cx="2176878" cy="11147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Codebeamer API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응답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OK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[14:23:08]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 완료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Baseline/CIL/Tracker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[14:23:12]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ASPICE v3.1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적용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[14:24:33] WARN  SWE.4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 불일치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 발견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[14:25:01]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진행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67% — SYS.2, SUP.8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검사 중</a:t>
            </a:r>
            <a:endParaRPr lang="ko-KR" altLang="en-US" sz="6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24B635D-013A-3628-52AD-D12792BBB588}"/>
              </a:ext>
            </a:extLst>
          </p:cNvPr>
          <p:cNvCxnSpPr>
            <a:cxnSpLocks/>
          </p:cNvCxnSpPr>
          <p:nvPr/>
        </p:nvCxnSpPr>
        <p:spPr>
          <a:xfrm>
            <a:off x="3019540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5604BC37-9E81-1F4D-9A90-6E4BE2D19B54}"/>
              </a:ext>
            </a:extLst>
          </p:cNvPr>
          <p:cNvCxnSpPr>
            <a:cxnSpLocks/>
          </p:cNvCxnSpPr>
          <p:nvPr/>
        </p:nvCxnSpPr>
        <p:spPr>
          <a:xfrm>
            <a:off x="6115927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980349D0-6D43-3B5B-CC37-547CFE87D466}"/>
              </a:ext>
            </a:extLst>
          </p:cNvPr>
          <p:cNvCxnSpPr>
            <a:cxnSpLocks/>
          </p:cNvCxnSpPr>
          <p:nvPr/>
        </p:nvCxnSpPr>
        <p:spPr>
          <a:xfrm>
            <a:off x="4520504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42E8D3D3-FE9B-7E4A-0411-31E7774C58C3}"/>
              </a:ext>
            </a:extLst>
          </p:cNvPr>
          <p:cNvCxnSpPr>
            <a:cxnSpLocks/>
          </p:cNvCxnSpPr>
          <p:nvPr/>
        </p:nvCxnSpPr>
        <p:spPr>
          <a:xfrm>
            <a:off x="5501776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A532CC27-6ED8-42D8-73DC-F3DA2B3E3651}"/>
              </a:ext>
            </a:extLst>
          </p:cNvPr>
          <p:cNvCxnSpPr>
            <a:cxnSpLocks/>
          </p:cNvCxnSpPr>
          <p:nvPr/>
        </p:nvCxnSpPr>
        <p:spPr>
          <a:xfrm>
            <a:off x="5607794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378ECCE5-05DC-D160-D9E1-CF2CD7DE5A18}"/>
              </a:ext>
            </a:extLst>
          </p:cNvPr>
          <p:cNvCxnSpPr>
            <a:cxnSpLocks/>
          </p:cNvCxnSpPr>
          <p:nvPr/>
        </p:nvCxnSpPr>
        <p:spPr>
          <a:xfrm>
            <a:off x="398481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FCCF2FF2-F444-51D4-3F36-5DF26E00423E}"/>
              </a:ext>
            </a:extLst>
          </p:cNvPr>
          <p:cNvCxnSpPr>
            <a:cxnSpLocks/>
          </p:cNvCxnSpPr>
          <p:nvPr/>
        </p:nvCxnSpPr>
        <p:spPr>
          <a:xfrm>
            <a:off x="460152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6D2DC62-6E13-EBE7-8158-963AC7A2FA43}"/>
              </a:ext>
            </a:extLst>
          </p:cNvPr>
          <p:cNvCxnSpPr>
            <a:cxnSpLocks/>
          </p:cNvCxnSpPr>
          <p:nvPr/>
        </p:nvCxnSpPr>
        <p:spPr>
          <a:xfrm>
            <a:off x="522128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86AD5CD7-DA9B-6BFE-722A-D67C43397F37}"/>
              </a:ext>
            </a:extLst>
          </p:cNvPr>
          <p:cNvSpPr txBox="1"/>
          <p:nvPr/>
        </p:nvSpPr>
        <p:spPr>
          <a:xfrm>
            <a:off x="2926566" y="2377930"/>
            <a:ext cx="18594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9ABB381-8054-8C65-1C5B-EE35688CAFB4}"/>
              </a:ext>
            </a:extLst>
          </p:cNvPr>
          <p:cNvSpPr txBox="1"/>
          <p:nvPr/>
        </p:nvSpPr>
        <p:spPr>
          <a:xfrm>
            <a:off x="3915885" y="2377930"/>
            <a:ext cx="14908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M/Car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9E569F2-921F-5BBD-408A-35163C8A8431}"/>
              </a:ext>
            </a:extLst>
          </p:cNvPr>
          <p:cNvSpPr txBox="1"/>
          <p:nvPr/>
        </p:nvSpPr>
        <p:spPr>
          <a:xfrm>
            <a:off x="456991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94A5B30-A4A1-F686-4A3B-F481EC3A2B03}"/>
              </a:ext>
            </a:extLst>
          </p:cNvPr>
          <p:cNvSpPr txBox="1"/>
          <p:nvPr/>
        </p:nvSpPr>
        <p:spPr>
          <a:xfrm>
            <a:off x="518764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EC920B-A7EC-5BC2-F697-150A05D2FA43}"/>
              </a:ext>
            </a:extLst>
          </p:cNvPr>
          <p:cNvSpPr txBox="1"/>
          <p:nvPr/>
        </p:nvSpPr>
        <p:spPr>
          <a:xfrm>
            <a:off x="5589158" y="2377930"/>
            <a:ext cx="43282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DFB01B5-5411-65E4-AB15-9FC1FCD94C80}"/>
              </a:ext>
            </a:extLst>
          </p:cNvPr>
          <p:cNvSpPr txBox="1"/>
          <p:nvPr/>
        </p:nvSpPr>
        <p:spPr>
          <a:xfrm>
            <a:off x="6066703" y="2377930"/>
            <a:ext cx="10579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CA3936AD-2D79-622E-90CF-8FFD7726F40C}"/>
              </a:ext>
            </a:extLst>
          </p:cNvPr>
          <p:cNvCxnSpPr>
            <a:cxnSpLocks/>
          </p:cNvCxnSpPr>
          <p:nvPr/>
        </p:nvCxnSpPr>
        <p:spPr>
          <a:xfrm>
            <a:off x="380083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DD1858C8-D7CA-65CA-E727-52092CBEA7DC}"/>
              </a:ext>
            </a:extLst>
          </p:cNvPr>
          <p:cNvCxnSpPr>
            <a:cxnSpLocks/>
          </p:cNvCxnSpPr>
          <p:nvPr/>
        </p:nvCxnSpPr>
        <p:spPr>
          <a:xfrm>
            <a:off x="508839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F7416B48-0542-C2F6-50E0-3971F64E16CD}"/>
              </a:ext>
            </a:extLst>
          </p:cNvPr>
          <p:cNvCxnSpPr>
            <a:cxnSpLocks/>
          </p:cNvCxnSpPr>
          <p:nvPr/>
        </p:nvCxnSpPr>
        <p:spPr>
          <a:xfrm>
            <a:off x="3687534" y="2139042"/>
            <a:ext cx="0" cy="21229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DCA37440-34E0-9A1C-BDFA-4D540B58F58A}"/>
              </a:ext>
            </a:extLst>
          </p:cNvPr>
          <p:cNvGraphicFramePr>
            <a:graphicFrameLocks noGrp="1"/>
          </p:cNvGraphicFramePr>
          <p:nvPr/>
        </p:nvGraphicFramePr>
        <p:xfrm>
          <a:off x="1012678" y="4499727"/>
          <a:ext cx="3448560" cy="50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1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</a:tblGrid>
              <a:tr h="13099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이력 기술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OK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67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143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NG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149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13/156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D25D41B6-BBA7-4427-85F5-283E9AB85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06331"/>
              </p:ext>
            </p:extLst>
          </p:nvPr>
        </p:nvGraphicFramePr>
        <p:xfrm>
          <a:off x="1014129" y="5048251"/>
          <a:ext cx="3448564" cy="72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5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423489698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1941295877"/>
                    </a:ext>
                  </a:extLst>
                </a:gridCol>
              </a:tblGrid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 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.2(2)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.4A(0)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.4B(1)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.4(3)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.6(0)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.8(4)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.9(0)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.10(0)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MAN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74256"/>
                  </a:ext>
                </a:extLst>
              </a:tr>
            </a:tbl>
          </a:graphicData>
        </a:graphic>
      </p:graphicFrame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336638E9-F0FA-3338-2241-2B1D96C759F7}"/>
              </a:ext>
            </a:extLst>
          </p:cNvPr>
          <p:cNvSpPr/>
          <p:nvPr/>
        </p:nvSpPr>
        <p:spPr>
          <a:xfrm>
            <a:off x="1010711" y="5960679"/>
            <a:ext cx="3455036" cy="226759"/>
          </a:xfrm>
          <a:prstGeom prst="roundRect">
            <a:avLst/>
          </a:prstGeom>
          <a:solidFill>
            <a:srgbClr val="1E82F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레포트 생성</a:t>
            </a:r>
            <a:r>
              <a:rPr lang="en-US" altLang="ko-KR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(26.07.18)</a:t>
            </a:r>
            <a:endParaRPr lang="ko-KR" altLang="en-US" sz="8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4F4BE22A-603E-FB94-600E-E41D7BEB3954}"/>
              </a:ext>
            </a:extLst>
          </p:cNvPr>
          <p:cNvSpPr/>
          <p:nvPr/>
        </p:nvSpPr>
        <p:spPr>
          <a:xfrm>
            <a:off x="3698955" y="5811519"/>
            <a:ext cx="723217" cy="11407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차트 보기</a:t>
            </a:r>
            <a:endParaRPr lang="ko-KR" altLang="en-US" sz="7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705593AE-4B6C-8D14-CB89-34618265641F}"/>
              </a:ext>
            </a:extLst>
          </p:cNvPr>
          <p:cNvSpPr/>
          <p:nvPr/>
        </p:nvSpPr>
        <p:spPr>
          <a:xfrm>
            <a:off x="234245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2EA01FBE-9018-A7F7-81C4-0527CC86F747}"/>
              </a:ext>
            </a:extLst>
          </p:cNvPr>
          <p:cNvSpPr/>
          <p:nvPr/>
        </p:nvSpPr>
        <p:spPr>
          <a:xfrm>
            <a:off x="380533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F103EC38-BE13-1253-CBBC-D34B71C50B38}"/>
              </a:ext>
            </a:extLst>
          </p:cNvPr>
          <p:cNvSpPr/>
          <p:nvPr/>
        </p:nvSpPr>
        <p:spPr>
          <a:xfrm>
            <a:off x="5300554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2D624EBA-82AD-655D-6FAD-178444D88824}"/>
              </a:ext>
            </a:extLst>
          </p:cNvPr>
          <p:cNvSpPr/>
          <p:nvPr/>
        </p:nvSpPr>
        <p:spPr>
          <a:xfrm>
            <a:off x="6727600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64" name="Picture 16" descr="codebeamer Reviews Jun 2026: Pricing &amp; Features | SoftwareWorld">
            <a:extLst>
              <a:ext uri="{FF2B5EF4-FFF2-40B4-BE49-F238E27FC236}">
                <a16:creationId xmlns:a16="http://schemas.microsoft.com/office/drawing/2014/main" id="{D420B59C-D400-5230-EF78-DF68190B7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81" y="1357983"/>
            <a:ext cx="152709" cy="15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EE84892-A51E-80BE-BDE0-5685492EE905}"/>
              </a:ext>
            </a:extLst>
          </p:cNvPr>
          <p:cNvCxnSpPr>
            <a:cxnSpLocks/>
          </p:cNvCxnSpPr>
          <p:nvPr/>
        </p:nvCxnSpPr>
        <p:spPr>
          <a:xfrm>
            <a:off x="7673715" y="1461606"/>
            <a:ext cx="1331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직사각형 2047">
            <a:extLst>
              <a:ext uri="{FF2B5EF4-FFF2-40B4-BE49-F238E27FC236}">
                <a16:creationId xmlns:a16="http://schemas.microsoft.com/office/drawing/2014/main" id="{7550B070-8293-4826-5AD5-7F5FFA576908}"/>
              </a:ext>
            </a:extLst>
          </p:cNvPr>
          <p:cNvSpPr/>
          <p:nvPr/>
        </p:nvSpPr>
        <p:spPr>
          <a:xfrm>
            <a:off x="7957061" y="1384833"/>
            <a:ext cx="110595" cy="1105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49" name="십자형 2048">
            <a:extLst>
              <a:ext uri="{FF2B5EF4-FFF2-40B4-BE49-F238E27FC236}">
                <a16:creationId xmlns:a16="http://schemas.microsoft.com/office/drawing/2014/main" id="{7569468D-3EFD-AF3D-45F8-C177A1EC3884}"/>
              </a:ext>
            </a:extLst>
          </p:cNvPr>
          <p:cNvSpPr/>
          <p:nvPr/>
        </p:nvSpPr>
        <p:spPr>
          <a:xfrm rot="2700000">
            <a:off x="8182637" y="1370695"/>
            <a:ext cx="144780" cy="144780"/>
          </a:xfrm>
          <a:prstGeom prst="plus">
            <a:avLst>
              <a:gd name="adj" fmla="val 44298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057" name="그림 2056">
            <a:extLst>
              <a:ext uri="{FF2B5EF4-FFF2-40B4-BE49-F238E27FC236}">
                <a16:creationId xmlns:a16="http://schemas.microsoft.com/office/drawing/2014/main" id="{E149894F-6126-C5E6-64A5-D61E387305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302" y="1764642"/>
            <a:ext cx="1209200" cy="6666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7145CAC-2464-6F80-0B00-CE6487A7304C}"/>
              </a:ext>
            </a:extLst>
          </p:cNvPr>
          <p:cNvSpPr/>
          <p:nvPr/>
        </p:nvSpPr>
        <p:spPr>
          <a:xfrm>
            <a:off x="913526" y="2248674"/>
            <a:ext cx="1614326" cy="218575"/>
          </a:xfrm>
          <a:prstGeom prst="rect">
            <a:avLst/>
          </a:prstGeom>
          <a:solidFill>
            <a:srgbClr val="92D05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57D8F5-E93B-F03E-5E69-16370E9BCB6A}"/>
              </a:ext>
            </a:extLst>
          </p:cNvPr>
          <p:cNvSpPr/>
          <p:nvPr/>
        </p:nvSpPr>
        <p:spPr>
          <a:xfrm>
            <a:off x="9139316" y="1854867"/>
            <a:ext cx="880984" cy="228377"/>
          </a:xfrm>
          <a:prstGeom prst="rect">
            <a:avLst/>
          </a:prstGeom>
          <a:solidFill>
            <a:srgbClr val="92D05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5645044-0629-6914-B6DD-351B6A88451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" b="13894"/>
          <a:stretch>
            <a:fillRect/>
          </a:stretch>
        </p:blipFill>
        <p:spPr>
          <a:xfrm>
            <a:off x="10087683" y="1858270"/>
            <a:ext cx="1190791" cy="22967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2B8E5F-343C-38EE-F2EE-959FC625E477}"/>
              </a:ext>
            </a:extLst>
          </p:cNvPr>
          <p:cNvSpPr/>
          <p:nvPr/>
        </p:nvSpPr>
        <p:spPr>
          <a:xfrm>
            <a:off x="913526" y="2706739"/>
            <a:ext cx="1614326" cy="218575"/>
          </a:xfrm>
          <a:prstGeom prst="rect">
            <a:avLst/>
          </a:prstGeom>
          <a:solidFill>
            <a:srgbClr val="92D05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1DA841A-9B41-6FBE-13D9-0AED18115C93}"/>
              </a:ext>
            </a:extLst>
          </p:cNvPr>
          <p:cNvSpPr/>
          <p:nvPr/>
        </p:nvSpPr>
        <p:spPr>
          <a:xfrm>
            <a:off x="2549882" y="4284419"/>
            <a:ext cx="1353207" cy="164164"/>
          </a:xfrm>
          <a:prstGeom prst="rect">
            <a:avLst/>
          </a:prstGeom>
          <a:solidFill>
            <a:srgbClr val="92D05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45C491-0A2B-C986-4CF1-12DD5BEAC949}"/>
              </a:ext>
            </a:extLst>
          </p:cNvPr>
          <p:cNvSpPr txBox="1"/>
          <p:nvPr/>
        </p:nvSpPr>
        <p:spPr>
          <a:xfrm>
            <a:off x="11375878" y="1904601"/>
            <a:ext cx="1554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AA5E6FB2-4F2D-D4E6-A283-1275E12A9D9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08514" y="2232246"/>
            <a:ext cx="1209844" cy="276264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F3D87EDC-3495-7877-A8FD-99D30DEF269E}"/>
              </a:ext>
            </a:extLst>
          </p:cNvPr>
          <p:cNvSpPr/>
          <p:nvPr/>
        </p:nvSpPr>
        <p:spPr>
          <a:xfrm>
            <a:off x="9165986" y="2248674"/>
            <a:ext cx="880984" cy="228377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C362BF1D-081E-8F86-FC18-5ECDDB98006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05017" y="2608805"/>
            <a:ext cx="971686" cy="276264"/>
          </a:xfrm>
          <a:prstGeom prst="rect">
            <a:avLst/>
          </a:prstGeom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B161F012-FA76-1526-8AE0-607DEC2E26A9}"/>
              </a:ext>
            </a:extLst>
          </p:cNvPr>
          <p:cNvSpPr/>
          <p:nvPr/>
        </p:nvSpPr>
        <p:spPr>
          <a:xfrm>
            <a:off x="3624108" y="2553235"/>
            <a:ext cx="512350" cy="523237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CF55DECC-7B96-8CB2-9A50-B4912961510B}"/>
              </a:ext>
            </a:extLst>
          </p:cNvPr>
          <p:cNvSpPr/>
          <p:nvPr/>
        </p:nvSpPr>
        <p:spPr>
          <a:xfrm>
            <a:off x="5715132" y="2553235"/>
            <a:ext cx="512350" cy="523237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A64D2FF-2CBD-93B0-D48B-5A328C92DE72}"/>
              </a:ext>
            </a:extLst>
          </p:cNvPr>
          <p:cNvSpPr/>
          <p:nvPr/>
        </p:nvSpPr>
        <p:spPr>
          <a:xfrm>
            <a:off x="5168797" y="1993881"/>
            <a:ext cx="1268274" cy="183332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2CC7ADB-218A-CFEA-4757-51AC81B781C7}"/>
              </a:ext>
            </a:extLst>
          </p:cNvPr>
          <p:cNvSpPr/>
          <p:nvPr/>
        </p:nvSpPr>
        <p:spPr>
          <a:xfrm>
            <a:off x="9138375" y="2637798"/>
            <a:ext cx="898813" cy="205722"/>
          </a:xfrm>
          <a:prstGeom prst="rect">
            <a:avLst/>
          </a:prstGeom>
          <a:solidFill>
            <a:schemeClr val="accent1">
              <a:alpha val="38039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BF66A31-8711-5B6C-F747-A1EBC24D38FB}"/>
              </a:ext>
            </a:extLst>
          </p:cNvPr>
          <p:cNvSpPr txBox="1"/>
          <p:nvPr/>
        </p:nvSpPr>
        <p:spPr>
          <a:xfrm>
            <a:off x="11375878" y="2317773"/>
            <a:ext cx="1554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en-US" altLang="ko-KR" sz="8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1AC69C-2B43-C2A6-6914-2AA495E9BA67}"/>
              </a:ext>
            </a:extLst>
          </p:cNvPr>
          <p:cNvSpPr txBox="1"/>
          <p:nvPr/>
        </p:nvSpPr>
        <p:spPr>
          <a:xfrm>
            <a:off x="11288248" y="2692541"/>
            <a:ext cx="2164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99BD099E-74B4-3EFA-D31E-10F471FC93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69803" y="3043901"/>
            <a:ext cx="743054" cy="247685"/>
          </a:xfrm>
          <a:prstGeom prst="rect">
            <a:avLst/>
          </a:prstGeom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C12BE40-1D95-D3A4-B081-33310042E702}"/>
              </a:ext>
            </a:extLst>
          </p:cNvPr>
          <p:cNvSpPr/>
          <p:nvPr/>
        </p:nvSpPr>
        <p:spPr>
          <a:xfrm>
            <a:off x="9138375" y="3053484"/>
            <a:ext cx="898813" cy="205722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36F361E4-F6A0-371F-7D79-95F24D8DD56B}"/>
              </a:ext>
            </a:extLst>
          </p:cNvPr>
          <p:cNvSpPr/>
          <p:nvPr/>
        </p:nvSpPr>
        <p:spPr>
          <a:xfrm>
            <a:off x="6748261" y="1899351"/>
            <a:ext cx="612659" cy="150918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DC26EA0-48C7-1818-2C0C-7FE0F6A7BA17}"/>
              </a:ext>
            </a:extLst>
          </p:cNvPr>
          <p:cNvSpPr/>
          <p:nvPr/>
        </p:nvSpPr>
        <p:spPr>
          <a:xfrm>
            <a:off x="6720174" y="2354226"/>
            <a:ext cx="1319523" cy="319005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55" name="직사각형 2054">
            <a:extLst>
              <a:ext uri="{FF2B5EF4-FFF2-40B4-BE49-F238E27FC236}">
                <a16:creationId xmlns:a16="http://schemas.microsoft.com/office/drawing/2014/main" id="{55733FBD-73E6-7AF0-B6A9-8CDF76C59A28}"/>
              </a:ext>
            </a:extLst>
          </p:cNvPr>
          <p:cNvSpPr/>
          <p:nvPr/>
        </p:nvSpPr>
        <p:spPr>
          <a:xfrm>
            <a:off x="6890285" y="2709748"/>
            <a:ext cx="418416" cy="115100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58" name="직사각형 2057">
            <a:extLst>
              <a:ext uri="{FF2B5EF4-FFF2-40B4-BE49-F238E27FC236}">
                <a16:creationId xmlns:a16="http://schemas.microsoft.com/office/drawing/2014/main" id="{57ED1137-CE13-0FAD-F987-14E81DB94148}"/>
              </a:ext>
            </a:extLst>
          </p:cNvPr>
          <p:cNvSpPr/>
          <p:nvPr/>
        </p:nvSpPr>
        <p:spPr>
          <a:xfrm>
            <a:off x="7437243" y="2709748"/>
            <a:ext cx="418416" cy="115100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59" name="직사각형 2058">
            <a:extLst>
              <a:ext uri="{FF2B5EF4-FFF2-40B4-BE49-F238E27FC236}">
                <a16:creationId xmlns:a16="http://schemas.microsoft.com/office/drawing/2014/main" id="{5623B3EE-B4D1-BDC2-CD83-6F4CE92DF07D}"/>
              </a:ext>
            </a:extLst>
          </p:cNvPr>
          <p:cNvSpPr/>
          <p:nvPr/>
        </p:nvSpPr>
        <p:spPr>
          <a:xfrm>
            <a:off x="2937838" y="1909433"/>
            <a:ext cx="725636" cy="128328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0" name="직사각형 2059">
            <a:extLst>
              <a:ext uri="{FF2B5EF4-FFF2-40B4-BE49-F238E27FC236}">
                <a16:creationId xmlns:a16="http://schemas.microsoft.com/office/drawing/2014/main" id="{798EBC81-1997-18E7-983D-89BCBA6539D0}"/>
              </a:ext>
            </a:extLst>
          </p:cNvPr>
          <p:cNvSpPr/>
          <p:nvPr/>
        </p:nvSpPr>
        <p:spPr>
          <a:xfrm>
            <a:off x="1085508" y="1922243"/>
            <a:ext cx="200432" cy="105204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1" name="직사각형 2060">
            <a:extLst>
              <a:ext uri="{FF2B5EF4-FFF2-40B4-BE49-F238E27FC236}">
                <a16:creationId xmlns:a16="http://schemas.microsoft.com/office/drawing/2014/main" id="{FF47F73E-6B4F-04F4-E106-7C505567B76A}"/>
              </a:ext>
            </a:extLst>
          </p:cNvPr>
          <p:cNvSpPr/>
          <p:nvPr/>
        </p:nvSpPr>
        <p:spPr>
          <a:xfrm>
            <a:off x="962404" y="2137335"/>
            <a:ext cx="457714" cy="10205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3" name="직사각형 2062">
            <a:extLst>
              <a:ext uri="{FF2B5EF4-FFF2-40B4-BE49-F238E27FC236}">
                <a16:creationId xmlns:a16="http://schemas.microsoft.com/office/drawing/2014/main" id="{77E5BB48-488D-F2F6-E95D-6A973F5A0DCF}"/>
              </a:ext>
            </a:extLst>
          </p:cNvPr>
          <p:cNvSpPr/>
          <p:nvPr/>
        </p:nvSpPr>
        <p:spPr>
          <a:xfrm>
            <a:off x="942946" y="2597470"/>
            <a:ext cx="477171" cy="107378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5" name="직사각형 2064">
            <a:extLst>
              <a:ext uri="{FF2B5EF4-FFF2-40B4-BE49-F238E27FC236}">
                <a16:creationId xmlns:a16="http://schemas.microsoft.com/office/drawing/2014/main" id="{4674B7D0-BA23-E8A3-7E53-4FA157A215FC}"/>
              </a:ext>
            </a:extLst>
          </p:cNvPr>
          <p:cNvSpPr/>
          <p:nvPr/>
        </p:nvSpPr>
        <p:spPr>
          <a:xfrm>
            <a:off x="1106961" y="3233403"/>
            <a:ext cx="547366" cy="107722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6" name="직사각형 2065">
            <a:extLst>
              <a:ext uri="{FF2B5EF4-FFF2-40B4-BE49-F238E27FC236}">
                <a16:creationId xmlns:a16="http://schemas.microsoft.com/office/drawing/2014/main" id="{7CA80F12-37A7-A190-AF2D-7B448D303F07}"/>
              </a:ext>
            </a:extLst>
          </p:cNvPr>
          <p:cNvSpPr/>
          <p:nvPr/>
        </p:nvSpPr>
        <p:spPr>
          <a:xfrm>
            <a:off x="1342558" y="3452190"/>
            <a:ext cx="547366" cy="107722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7" name="직사각형 2066">
            <a:extLst>
              <a:ext uri="{FF2B5EF4-FFF2-40B4-BE49-F238E27FC236}">
                <a16:creationId xmlns:a16="http://schemas.microsoft.com/office/drawing/2014/main" id="{B65DBF9B-BCCC-00D1-72BC-CBB6C9E4AFC4}"/>
              </a:ext>
            </a:extLst>
          </p:cNvPr>
          <p:cNvSpPr/>
          <p:nvPr/>
        </p:nvSpPr>
        <p:spPr>
          <a:xfrm>
            <a:off x="1073332" y="3363333"/>
            <a:ext cx="6996247" cy="489313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8" name="직사각형 2067">
            <a:extLst>
              <a:ext uri="{FF2B5EF4-FFF2-40B4-BE49-F238E27FC236}">
                <a16:creationId xmlns:a16="http://schemas.microsoft.com/office/drawing/2014/main" id="{CCCA6166-FA83-3C4C-1B61-D394705FA3B0}"/>
              </a:ext>
            </a:extLst>
          </p:cNvPr>
          <p:cNvSpPr/>
          <p:nvPr/>
        </p:nvSpPr>
        <p:spPr>
          <a:xfrm>
            <a:off x="1342558" y="3570078"/>
            <a:ext cx="547366" cy="107722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9" name="직사각형 2068">
            <a:extLst>
              <a:ext uri="{FF2B5EF4-FFF2-40B4-BE49-F238E27FC236}">
                <a16:creationId xmlns:a16="http://schemas.microsoft.com/office/drawing/2014/main" id="{386D9C50-8F57-9783-BEFA-AE3A167EBAD3}"/>
              </a:ext>
            </a:extLst>
          </p:cNvPr>
          <p:cNvSpPr/>
          <p:nvPr/>
        </p:nvSpPr>
        <p:spPr>
          <a:xfrm>
            <a:off x="2804693" y="3428071"/>
            <a:ext cx="547366" cy="107722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0" name="직사각형 2069">
            <a:extLst>
              <a:ext uri="{FF2B5EF4-FFF2-40B4-BE49-F238E27FC236}">
                <a16:creationId xmlns:a16="http://schemas.microsoft.com/office/drawing/2014/main" id="{0E908C63-9E81-20E9-215E-5815CD6BDB4E}"/>
              </a:ext>
            </a:extLst>
          </p:cNvPr>
          <p:cNvSpPr/>
          <p:nvPr/>
        </p:nvSpPr>
        <p:spPr>
          <a:xfrm>
            <a:off x="2804693" y="3561196"/>
            <a:ext cx="714672" cy="76945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1" name="직사각형 2070">
            <a:extLst>
              <a:ext uri="{FF2B5EF4-FFF2-40B4-BE49-F238E27FC236}">
                <a16:creationId xmlns:a16="http://schemas.microsoft.com/office/drawing/2014/main" id="{B09C3ABE-F643-B6D5-7E6F-D3D8BCE7DCC6}"/>
              </a:ext>
            </a:extLst>
          </p:cNvPr>
          <p:cNvSpPr/>
          <p:nvPr/>
        </p:nvSpPr>
        <p:spPr>
          <a:xfrm>
            <a:off x="4345018" y="3461110"/>
            <a:ext cx="452519" cy="73432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2" name="직사각형 2071">
            <a:extLst>
              <a:ext uri="{FF2B5EF4-FFF2-40B4-BE49-F238E27FC236}">
                <a16:creationId xmlns:a16="http://schemas.microsoft.com/office/drawing/2014/main" id="{41D01711-B45A-AAF8-E8B6-39CF372C6DF9}"/>
              </a:ext>
            </a:extLst>
          </p:cNvPr>
          <p:cNvSpPr/>
          <p:nvPr/>
        </p:nvSpPr>
        <p:spPr>
          <a:xfrm>
            <a:off x="4388331" y="3544523"/>
            <a:ext cx="541461" cy="81450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3" name="직사각형 2072">
            <a:extLst>
              <a:ext uri="{FF2B5EF4-FFF2-40B4-BE49-F238E27FC236}">
                <a16:creationId xmlns:a16="http://schemas.microsoft.com/office/drawing/2014/main" id="{797EDB25-347C-F098-EAA0-6EAB5DA8558A}"/>
              </a:ext>
            </a:extLst>
          </p:cNvPr>
          <p:cNvSpPr/>
          <p:nvPr/>
        </p:nvSpPr>
        <p:spPr>
          <a:xfrm>
            <a:off x="5836293" y="3447920"/>
            <a:ext cx="541461" cy="81450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4" name="직사각형 2073">
            <a:extLst>
              <a:ext uri="{FF2B5EF4-FFF2-40B4-BE49-F238E27FC236}">
                <a16:creationId xmlns:a16="http://schemas.microsoft.com/office/drawing/2014/main" id="{B90F4E44-FC23-86AE-44C5-FDE1E927DCBF}"/>
              </a:ext>
            </a:extLst>
          </p:cNvPr>
          <p:cNvSpPr/>
          <p:nvPr/>
        </p:nvSpPr>
        <p:spPr>
          <a:xfrm>
            <a:off x="5786396" y="3552114"/>
            <a:ext cx="627107" cy="9233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5" name="직사각형 2074">
            <a:extLst>
              <a:ext uri="{FF2B5EF4-FFF2-40B4-BE49-F238E27FC236}">
                <a16:creationId xmlns:a16="http://schemas.microsoft.com/office/drawing/2014/main" id="{C7D10A57-0429-2C43-0CF3-FB03C32470DD}"/>
              </a:ext>
            </a:extLst>
          </p:cNvPr>
          <p:cNvSpPr/>
          <p:nvPr/>
        </p:nvSpPr>
        <p:spPr>
          <a:xfrm>
            <a:off x="7274927" y="3461110"/>
            <a:ext cx="520976" cy="79407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6" name="직사각형 2075">
            <a:extLst>
              <a:ext uri="{FF2B5EF4-FFF2-40B4-BE49-F238E27FC236}">
                <a16:creationId xmlns:a16="http://schemas.microsoft.com/office/drawing/2014/main" id="{3E66464A-D3EF-2313-8CBC-0CB55F5D386C}"/>
              </a:ext>
            </a:extLst>
          </p:cNvPr>
          <p:cNvSpPr/>
          <p:nvPr/>
        </p:nvSpPr>
        <p:spPr>
          <a:xfrm>
            <a:off x="7217058" y="3566729"/>
            <a:ext cx="520976" cy="79407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8" name="직사각형 2077">
            <a:extLst>
              <a:ext uri="{FF2B5EF4-FFF2-40B4-BE49-F238E27FC236}">
                <a16:creationId xmlns:a16="http://schemas.microsoft.com/office/drawing/2014/main" id="{F30288E9-1CCF-223F-5F27-964EE28C89EB}"/>
              </a:ext>
            </a:extLst>
          </p:cNvPr>
          <p:cNvSpPr/>
          <p:nvPr/>
        </p:nvSpPr>
        <p:spPr>
          <a:xfrm>
            <a:off x="4725757" y="4305082"/>
            <a:ext cx="231054" cy="113286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79" name="직사각형 2078">
            <a:extLst>
              <a:ext uri="{FF2B5EF4-FFF2-40B4-BE49-F238E27FC236}">
                <a16:creationId xmlns:a16="http://schemas.microsoft.com/office/drawing/2014/main" id="{C9C02AEA-74B0-8129-0188-007AF2AD12D9}"/>
              </a:ext>
            </a:extLst>
          </p:cNvPr>
          <p:cNvSpPr/>
          <p:nvPr/>
        </p:nvSpPr>
        <p:spPr>
          <a:xfrm>
            <a:off x="1073333" y="4291314"/>
            <a:ext cx="580994" cy="157267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80" name="직사각형 2079">
            <a:extLst>
              <a:ext uri="{FF2B5EF4-FFF2-40B4-BE49-F238E27FC236}">
                <a16:creationId xmlns:a16="http://schemas.microsoft.com/office/drawing/2014/main" id="{4985D5DB-76CA-ABB7-5DED-211768431938}"/>
              </a:ext>
            </a:extLst>
          </p:cNvPr>
          <p:cNvSpPr/>
          <p:nvPr/>
        </p:nvSpPr>
        <p:spPr>
          <a:xfrm>
            <a:off x="7014438" y="3465116"/>
            <a:ext cx="94518" cy="10790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81" name="직사각형 2080">
            <a:extLst>
              <a:ext uri="{FF2B5EF4-FFF2-40B4-BE49-F238E27FC236}">
                <a16:creationId xmlns:a16="http://schemas.microsoft.com/office/drawing/2014/main" id="{728AD27F-77A2-1F18-30AC-1432E84C101B}"/>
              </a:ext>
            </a:extLst>
          </p:cNvPr>
          <p:cNvSpPr/>
          <p:nvPr/>
        </p:nvSpPr>
        <p:spPr>
          <a:xfrm>
            <a:off x="5586537" y="3465116"/>
            <a:ext cx="94518" cy="10790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82" name="직사각형 2081">
            <a:extLst>
              <a:ext uri="{FF2B5EF4-FFF2-40B4-BE49-F238E27FC236}">
                <a16:creationId xmlns:a16="http://schemas.microsoft.com/office/drawing/2014/main" id="{0F6253F5-EA12-C7DE-C6F2-E817BE8EBD9B}"/>
              </a:ext>
            </a:extLst>
          </p:cNvPr>
          <p:cNvSpPr/>
          <p:nvPr/>
        </p:nvSpPr>
        <p:spPr>
          <a:xfrm>
            <a:off x="4099588" y="3465116"/>
            <a:ext cx="94518" cy="10790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83" name="직사각형 2082">
            <a:extLst>
              <a:ext uri="{FF2B5EF4-FFF2-40B4-BE49-F238E27FC236}">
                <a16:creationId xmlns:a16="http://schemas.microsoft.com/office/drawing/2014/main" id="{A6E8A782-D84E-1257-639D-530D6C3A2CC3}"/>
              </a:ext>
            </a:extLst>
          </p:cNvPr>
          <p:cNvSpPr/>
          <p:nvPr/>
        </p:nvSpPr>
        <p:spPr>
          <a:xfrm>
            <a:off x="2614391" y="3465116"/>
            <a:ext cx="94518" cy="10790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84" name="직사각형 2083">
            <a:extLst>
              <a:ext uri="{FF2B5EF4-FFF2-40B4-BE49-F238E27FC236}">
                <a16:creationId xmlns:a16="http://schemas.microsoft.com/office/drawing/2014/main" id="{D7490E40-68B3-5FAD-547E-FD58EF241E41}"/>
              </a:ext>
            </a:extLst>
          </p:cNvPr>
          <p:cNvSpPr/>
          <p:nvPr/>
        </p:nvSpPr>
        <p:spPr>
          <a:xfrm>
            <a:off x="1198020" y="3488216"/>
            <a:ext cx="94518" cy="107903"/>
          </a:xfrm>
          <a:prstGeom prst="rect">
            <a:avLst/>
          </a:prstGeom>
          <a:solidFill>
            <a:srgbClr val="FF0000">
              <a:alpha val="38039"/>
            </a:srgb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65D331DD-BD68-EB82-95ED-38BEEC953051}"/>
              </a:ext>
            </a:extLst>
          </p:cNvPr>
          <p:cNvSpPr txBox="1"/>
          <p:nvPr/>
        </p:nvSpPr>
        <p:spPr>
          <a:xfrm>
            <a:off x="11064179" y="2985621"/>
            <a:ext cx="78707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26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en-US" altLang="ko-KR" sz="8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동그라미는 </a:t>
            </a:r>
            <a:endParaRPr lang="en-US" altLang="ko-KR" sz="8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Style Sheet 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88" name="직사각형 2087">
            <a:extLst>
              <a:ext uri="{FF2B5EF4-FFF2-40B4-BE49-F238E27FC236}">
                <a16:creationId xmlns:a16="http://schemas.microsoft.com/office/drawing/2014/main" id="{0542CCB3-7127-E52A-1510-120A07C7D42A}"/>
              </a:ext>
            </a:extLst>
          </p:cNvPr>
          <p:cNvSpPr/>
          <p:nvPr/>
        </p:nvSpPr>
        <p:spPr>
          <a:xfrm>
            <a:off x="9138375" y="3564411"/>
            <a:ext cx="898813" cy="205722"/>
          </a:xfrm>
          <a:prstGeom prst="rect">
            <a:avLst/>
          </a:prstGeom>
          <a:solidFill>
            <a:srgbClr val="FFFF00">
              <a:alpha val="38039"/>
            </a:srgbClr>
          </a:solidFill>
          <a:ln w="127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90" name="그림 2089">
            <a:extLst>
              <a:ext uri="{FF2B5EF4-FFF2-40B4-BE49-F238E27FC236}">
                <a16:creationId xmlns:a16="http://schemas.microsoft.com/office/drawing/2014/main" id="{E21FAD0F-CA63-2518-188E-4F07063C70D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" t="5181" r="3081" b="15897"/>
          <a:stretch>
            <a:fillRect/>
          </a:stretch>
        </p:blipFill>
        <p:spPr>
          <a:xfrm>
            <a:off x="10145080" y="3565250"/>
            <a:ext cx="1098707" cy="225551"/>
          </a:xfrm>
          <a:prstGeom prst="rect">
            <a:avLst/>
          </a:prstGeom>
        </p:spPr>
      </p:pic>
      <p:sp>
        <p:nvSpPr>
          <p:cNvPr id="2094" name="직사각형 2093">
            <a:extLst>
              <a:ext uri="{FF2B5EF4-FFF2-40B4-BE49-F238E27FC236}">
                <a16:creationId xmlns:a16="http://schemas.microsoft.com/office/drawing/2014/main" id="{C4E58983-AD90-9BA6-29A1-0AB715BFCB3B}"/>
              </a:ext>
            </a:extLst>
          </p:cNvPr>
          <p:cNvSpPr/>
          <p:nvPr/>
        </p:nvSpPr>
        <p:spPr>
          <a:xfrm>
            <a:off x="3759865" y="3906794"/>
            <a:ext cx="1509365" cy="258199"/>
          </a:xfrm>
          <a:prstGeom prst="rect">
            <a:avLst/>
          </a:prstGeom>
          <a:solidFill>
            <a:srgbClr val="FFFF00">
              <a:alpha val="38039"/>
            </a:srgbClr>
          </a:solidFill>
          <a:ln w="127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95" name="직사각형 2094">
            <a:extLst>
              <a:ext uri="{FF2B5EF4-FFF2-40B4-BE49-F238E27FC236}">
                <a16:creationId xmlns:a16="http://schemas.microsoft.com/office/drawing/2014/main" id="{AFF31814-578A-8AD5-58AA-117696A43E37}"/>
              </a:ext>
            </a:extLst>
          </p:cNvPr>
          <p:cNvSpPr/>
          <p:nvPr/>
        </p:nvSpPr>
        <p:spPr>
          <a:xfrm>
            <a:off x="3653798" y="5762379"/>
            <a:ext cx="802459" cy="181222"/>
          </a:xfrm>
          <a:prstGeom prst="rect">
            <a:avLst/>
          </a:prstGeom>
          <a:solidFill>
            <a:srgbClr val="FFFF00">
              <a:alpha val="38039"/>
            </a:srgbClr>
          </a:solidFill>
          <a:ln w="127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96" name="직사각형 2095">
            <a:extLst>
              <a:ext uri="{FF2B5EF4-FFF2-40B4-BE49-F238E27FC236}">
                <a16:creationId xmlns:a16="http://schemas.microsoft.com/office/drawing/2014/main" id="{E9FC7136-ADB4-5704-A8D3-97837741C865}"/>
              </a:ext>
            </a:extLst>
          </p:cNvPr>
          <p:cNvSpPr/>
          <p:nvPr/>
        </p:nvSpPr>
        <p:spPr>
          <a:xfrm>
            <a:off x="976086" y="5929966"/>
            <a:ext cx="3480171" cy="307004"/>
          </a:xfrm>
          <a:prstGeom prst="rect">
            <a:avLst/>
          </a:prstGeom>
          <a:solidFill>
            <a:srgbClr val="FFFF00">
              <a:alpha val="38039"/>
            </a:srgbClr>
          </a:solidFill>
          <a:ln w="127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97" name="직사각형 2096">
            <a:extLst>
              <a:ext uri="{FF2B5EF4-FFF2-40B4-BE49-F238E27FC236}">
                <a16:creationId xmlns:a16="http://schemas.microsoft.com/office/drawing/2014/main" id="{2F8139CE-3042-B8DE-F540-975DBDDC86DA}"/>
              </a:ext>
            </a:extLst>
          </p:cNvPr>
          <p:cNvSpPr/>
          <p:nvPr/>
        </p:nvSpPr>
        <p:spPr>
          <a:xfrm>
            <a:off x="3916723" y="4284418"/>
            <a:ext cx="608176" cy="192332"/>
          </a:xfrm>
          <a:prstGeom prst="rect">
            <a:avLst/>
          </a:prstGeom>
          <a:solidFill>
            <a:srgbClr val="FFFF00">
              <a:alpha val="38039"/>
            </a:srgbClr>
          </a:solidFill>
          <a:ln w="127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6AE64A5E-F835-C326-D271-79DAC15901CC}"/>
              </a:ext>
            </a:extLst>
          </p:cNvPr>
          <p:cNvSpPr txBox="1"/>
          <p:nvPr/>
        </p:nvSpPr>
        <p:spPr>
          <a:xfrm>
            <a:off x="11345421" y="3639552"/>
            <a:ext cx="1554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00" name="그림 2099">
            <a:extLst>
              <a:ext uri="{FF2B5EF4-FFF2-40B4-BE49-F238E27FC236}">
                <a16:creationId xmlns:a16="http://schemas.microsoft.com/office/drawing/2014/main" id="{78677EF2-6573-6E33-6C74-CCCA7DD17C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68818" y="3932796"/>
            <a:ext cx="1028844" cy="247685"/>
          </a:xfrm>
          <a:prstGeom prst="rect">
            <a:avLst/>
          </a:prstGeom>
        </p:spPr>
      </p:pic>
      <p:sp>
        <p:nvSpPr>
          <p:cNvPr id="2101" name="직사각형 2100">
            <a:extLst>
              <a:ext uri="{FF2B5EF4-FFF2-40B4-BE49-F238E27FC236}">
                <a16:creationId xmlns:a16="http://schemas.microsoft.com/office/drawing/2014/main" id="{9E158FD8-DCE6-E32D-37A5-C59355E9B7AA}"/>
              </a:ext>
            </a:extLst>
          </p:cNvPr>
          <p:cNvSpPr/>
          <p:nvPr/>
        </p:nvSpPr>
        <p:spPr>
          <a:xfrm>
            <a:off x="9138375" y="3945590"/>
            <a:ext cx="898813" cy="205722"/>
          </a:xfrm>
          <a:prstGeom prst="rect">
            <a:avLst/>
          </a:prstGeom>
          <a:solidFill>
            <a:schemeClr val="tx1">
              <a:lumMod val="50000"/>
              <a:lumOff val="50000"/>
              <a:alpha val="38039"/>
            </a:schemeClr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102" name="직사각형 2101">
            <a:extLst>
              <a:ext uri="{FF2B5EF4-FFF2-40B4-BE49-F238E27FC236}">
                <a16:creationId xmlns:a16="http://schemas.microsoft.com/office/drawing/2014/main" id="{4DE52957-0F9A-8214-5B92-69C1605086E6}"/>
              </a:ext>
            </a:extLst>
          </p:cNvPr>
          <p:cNvSpPr/>
          <p:nvPr/>
        </p:nvSpPr>
        <p:spPr>
          <a:xfrm>
            <a:off x="1004849" y="4492701"/>
            <a:ext cx="3451408" cy="514921"/>
          </a:xfrm>
          <a:prstGeom prst="rect">
            <a:avLst/>
          </a:prstGeom>
          <a:solidFill>
            <a:schemeClr val="tx1">
              <a:lumMod val="50000"/>
              <a:lumOff val="50000"/>
              <a:alpha val="38039"/>
            </a:schemeClr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103" name="직사각형 2102">
            <a:extLst>
              <a:ext uri="{FF2B5EF4-FFF2-40B4-BE49-F238E27FC236}">
                <a16:creationId xmlns:a16="http://schemas.microsoft.com/office/drawing/2014/main" id="{4C701D3C-280F-80F6-E5CC-34FA356A470D}"/>
              </a:ext>
            </a:extLst>
          </p:cNvPr>
          <p:cNvSpPr/>
          <p:nvPr/>
        </p:nvSpPr>
        <p:spPr>
          <a:xfrm>
            <a:off x="1004849" y="5041290"/>
            <a:ext cx="3451408" cy="742290"/>
          </a:xfrm>
          <a:prstGeom prst="rect">
            <a:avLst/>
          </a:prstGeom>
          <a:solidFill>
            <a:schemeClr val="tx1">
              <a:lumMod val="50000"/>
              <a:lumOff val="50000"/>
              <a:alpha val="38039"/>
            </a:schemeClr>
          </a:solidFill>
          <a:ln w="127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1FF91EC6-27D6-9B18-3045-66E82852E87D}"/>
              </a:ext>
            </a:extLst>
          </p:cNvPr>
          <p:cNvSpPr txBox="1"/>
          <p:nvPr/>
        </p:nvSpPr>
        <p:spPr>
          <a:xfrm>
            <a:off x="11345421" y="3986895"/>
            <a:ext cx="1554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7" name="사각형: 둥근 모서리 2106">
            <a:extLst>
              <a:ext uri="{FF2B5EF4-FFF2-40B4-BE49-F238E27FC236}">
                <a16:creationId xmlns:a16="http://schemas.microsoft.com/office/drawing/2014/main" id="{28D8C4C3-5581-27D6-44E2-ADF3A2F01B45}"/>
              </a:ext>
            </a:extLst>
          </p:cNvPr>
          <p:cNvSpPr/>
          <p:nvPr/>
        </p:nvSpPr>
        <p:spPr>
          <a:xfrm>
            <a:off x="9150821" y="4264204"/>
            <a:ext cx="899959" cy="206438"/>
          </a:xfrm>
          <a:prstGeom prst="roundRect">
            <a:avLst>
              <a:gd name="adj" fmla="val 4188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09" name="그림 2108">
            <a:extLst>
              <a:ext uri="{FF2B5EF4-FFF2-40B4-BE49-F238E27FC236}">
                <a16:creationId xmlns:a16="http://schemas.microsoft.com/office/drawing/2014/main" id="{3160ED55-E073-5307-53FC-F61E095D8FEE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b="12816"/>
          <a:stretch>
            <a:fillRect/>
          </a:stretch>
        </p:blipFill>
        <p:spPr>
          <a:xfrm>
            <a:off x="10184058" y="4242144"/>
            <a:ext cx="1028844" cy="257466"/>
          </a:xfrm>
          <a:prstGeom prst="rect">
            <a:avLst/>
          </a:prstGeom>
        </p:spPr>
      </p:pic>
      <p:sp>
        <p:nvSpPr>
          <p:cNvPr id="2110" name="TextBox 2109">
            <a:extLst>
              <a:ext uri="{FF2B5EF4-FFF2-40B4-BE49-F238E27FC236}">
                <a16:creationId xmlns:a16="http://schemas.microsoft.com/office/drawing/2014/main" id="{B5B03EA7-75A7-579B-CB62-A2E1AAD052E3}"/>
              </a:ext>
            </a:extLst>
          </p:cNvPr>
          <p:cNvSpPr txBox="1"/>
          <p:nvPr/>
        </p:nvSpPr>
        <p:spPr>
          <a:xfrm>
            <a:off x="11345421" y="4284418"/>
            <a:ext cx="1554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12" name="직사각형 2111">
            <a:extLst>
              <a:ext uri="{FF2B5EF4-FFF2-40B4-BE49-F238E27FC236}">
                <a16:creationId xmlns:a16="http://schemas.microsoft.com/office/drawing/2014/main" id="{D4CB4D15-B5D7-E10D-FAEE-3A0C599FCDDF}"/>
              </a:ext>
            </a:extLst>
          </p:cNvPr>
          <p:cNvSpPr/>
          <p:nvPr/>
        </p:nvSpPr>
        <p:spPr>
          <a:xfrm>
            <a:off x="2805573" y="2168616"/>
            <a:ext cx="3504889" cy="28526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113" name="직사각형 2112">
            <a:extLst>
              <a:ext uri="{FF2B5EF4-FFF2-40B4-BE49-F238E27FC236}">
                <a16:creationId xmlns:a16="http://schemas.microsoft.com/office/drawing/2014/main" id="{E91592EB-D021-8724-CDDD-8193651E80A9}"/>
              </a:ext>
            </a:extLst>
          </p:cNvPr>
          <p:cNvSpPr/>
          <p:nvPr/>
        </p:nvSpPr>
        <p:spPr>
          <a:xfrm>
            <a:off x="9191070" y="4618446"/>
            <a:ext cx="883168" cy="21644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cxnSp>
        <p:nvCxnSpPr>
          <p:cNvPr id="2115" name="연결선: 꺾임 2114">
            <a:extLst>
              <a:ext uri="{FF2B5EF4-FFF2-40B4-BE49-F238E27FC236}">
                <a16:creationId xmlns:a16="http://schemas.microsoft.com/office/drawing/2014/main" id="{4454CCCC-74E9-B6CB-F672-EE06462FC080}"/>
              </a:ext>
            </a:extLst>
          </p:cNvPr>
          <p:cNvCxnSpPr>
            <a:stCxn id="2112" idx="3"/>
            <a:endCxn id="2113" idx="1"/>
          </p:cNvCxnSpPr>
          <p:nvPr/>
        </p:nvCxnSpPr>
        <p:spPr>
          <a:xfrm>
            <a:off x="6310462" y="2311246"/>
            <a:ext cx="2880608" cy="2415422"/>
          </a:xfrm>
          <a:prstGeom prst="bentConnector3">
            <a:avLst>
              <a:gd name="adj1" fmla="val 7856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7" name="TextBox 2116">
            <a:extLst>
              <a:ext uri="{FF2B5EF4-FFF2-40B4-BE49-F238E27FC236}">
                <a16:creationId xmlns:a16="http://schemas.microsoft.com/office/drawing/2014/main" id="{25C1E541-80BB-C24E-8E89-DD7AAA0F58AF}"/>
              </a:ext>
            </a:extLst>
          </p:cNvPr>
          <p:cNvSpPr txBox="1"/>
          <p:nvPr/>
        </p:nvSpPr>
        <p:spPr>
          <a:xfrm>
            <a:off x="10183371" y="4642558"/>
            <a:ext cx="202459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QT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Designer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기본 위젯으로 불가능</a:t>
            </a:r>
            <a:endParaRPr lang="en-US" altLang="ko-KR" sz="8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Qwidget + paintEvent 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라이브러리 사용 필요</a:t>
            </a:r>
            <a:endParaRPr lang="en-US" altLang="ko-KR" sz="8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3D849B3C-66B4-3A67-3D88-557302A3848B}"/>
              </a:ext>
            </a:extLst>
          </p:cNvPr>
          <p:cNvSpPr txBox="1"/>
          <p:nvPr/>
        </p:nvSpPr>
        <p:spPr>
          <a:xfrm>
            <a:off x="3761658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19" name="TextBox 2118">
            <a:extLst>
              <a:ext uri="{FF2B5EF4-FFF2-40B4-BE49-F238E27FC236}">
                <a16:creationId xmlns:a16="http://schemas.microsoft.com/office/drawing/2014/main" id="{64839E62-1A96-9432-5282-23FA6A5DEEDA}"/>
              </a:ext>
            </a:extLst>
          </p:cNvPr>
          <p:cNvSpPr txBox="1"/>
          <p:nvPr/>
        </p:nvSpPr>
        <p:spPr>
          <a:xfrm>
            <a:off x="447298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20" name="TextBox 2119">
            <a:extLst>
              <a:ext uri="{FF2B5EF4-FFF2-40B4-BE49-F238E27FC236}">
                <a16:creationId xmlns:a16="http://schemas.microsoft.com/office/drawing/2014/main" id="{DCB414FA-8F6D-90E0-4B16-54CA05FB64CA}"/>
              </a:ext>
            </a:extLst>
          </p:cNvPr>
          <p:cNvSpPr txBox="1"/>
          <p:nvPr/>
        </p:nvSpPr>
        <p:spPr>
          <a:xfrm>
            <a:off x="506379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#3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54A67D4A-29D5-E844-8047-B85D38BE6480}"/>
              </a:ext>
            </a:extLst>
          </p:cNvPr>
          <p:cNvSpPr txBox="1"/>
          <p:nvPr/>
        </p:nvSpPr>
        <p:spPr>
          <a:xfrm>
            <a:off x="5459501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#4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22" name="그림 2121">
            <a:extLst>
              <a:ext uri="{FF2B5EF4-FFF2-40B4-BE49-F238E27FC236}">
                <a16:creationId xmlns:a16="http://schemas.microsoft.com/office/drawing/2014/main" id="{D7551FA2-8C01-6278-A612-B81B0CFD0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904" y="5067070"/>
            <a:ext cx="225019" cy="225019"/>
          </a:xfrm>
          <a:prstGeom prst="rect">
            <a:avLst/>
          </a:prstGeom>
        </p:spPr>
      </p:pic>
      <p:pic>
        <p:nvPicPr>
          <p:cNvPr id="2124" name="그림 2123">
            <a:extLst>
              <a:ext uri="{FF2B5EF4-FFF2-40B4-BE49-F238E27FC236}">
                <a16:creationId xmlns:a16="http://schemas.microsoft.com/office/drawing/2014/main" id="{AC969584-1DEF-750F-4C60-90EFCC83341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25025" y="5025371"/>
            <a:ext cx="900175" cy="271020"/>
          </a:xfrm>
          <a:prstGeom prst="rect">
            <a:avLst/>
          </a:prstGeom>
        </p:spPr>
      </p:pic>
      <p:sp>
        <p:nvSpPr>
          <p:cNvPr id="2125" name="TextBox 2124">
            <a:extLst>
              <a:ext uri="{FF2B5EF4-FFF2-40B4-BE49-F238E27FC236}">
                <a16:creationId xmlns:a16="http://schemas.microsoft.com/office/drawing/2014/main" id="{AF7371BA-D8BF-D538-7912-01A4BC6BF43C}"/>
              </a:ext>
            </a:extLst>
          </p:cNvPr>
          <p:cNvSpPr txBox="1"/>
          <p:nvPr/>
        </p:nvSpPr>
        <p:spPr>
          <a:xfrm>
            <a:off x="11335227" y="5106920"/>
            <a:ext cx="1554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832494-F3FC-CF9B-FBFE-8F56012543E4}"/>
              </a:ext>
            </a:extLst>
          </p:cNvPr>
          <p:cNvSpPr/>
          <p:nvPr/>
        </p:nvSpPr>
        <p:spPr>
          <a:xfrm rot="19800000">
            <a:off x="4118033" y="3164447"/>
            <a:ext cx="3602001" cy="1199293"/>
          </a:xfrm>
          <a:prstGeom prst="rect">
            <a:avLst/>
          </a:prstGeom>
          <a:solidFill>
            <a:srgbClr val="FFC000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중단</a:t>
            </a:r>
            <a:endParaRPr lang="en-US" altLang="ko-KR" sz="20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김대현 사원 작업 중지</a:t>
            </a:r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8517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FC8BC-949B-E3F7-0BCD-730A2B43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FFC1C92F-C0CA-4585-32C5-F4543F3D5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492303"/>
              </p:ext>
            </p:extLst>
          </p:nvPr>
        </p:nvGraphicFramePr>
        <p:xfrm>
          <a:off x="340746" y="1109481"/>
          <a:ext cx="11537406" cy="535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34">
                  <a:extLst>
                    <a:ext uri="{9D8B030D-6E8A-4147-A177-3AD203B41FA5}">
                      <a16:colId xmlns:a16="http://schemas.microsoft.com/office/drawing/2014/main" val="2080405624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97877755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99592244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17295887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528703358"/>
                    </a:ext>
                  </a:extLst>
                </a:gridCol>
                <a:gridCol w="3128188">
                  <a:extLst>
                    <a:ext uri="{9D8B030D-6E8A-4147-A177-3AD203B41FA5}">
                      <a16:colId xmlns:a16="http://schemas.microsoft.com/office/drawing/2014/main" val="69761974"/>
                    </a:ext>
                  </a:extLst>
                </a:gridCol>
                <a:gridCol w="2402504">
                  <a:extLst>
                    <a:ext uri="{9D8B030D-6E8A-4147-A177-3AD203B41FA5}">
                      <a16:colId xmlns:a16="http://schemas.microsoft.com/office/drawing/2014/main" val="3190195433"/>
                    </a:ext>
                  </a:extLst>
                </a:gridCol>
              </a:tblGrid>
              <a:tr h="1817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화면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메인화면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: CM Tab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설계일자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26.06.22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작성자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명노아 사원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Description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04662"/>
                  </a:ext>
                </a:extLst>
              </a:tr>
              <a:tr h="5176625">
                <a:tc gridSpan="6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비율</a:t>
                      </a:r>
                      <a:endParaRPr lang="en-US" altLang="ko-KR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마진은 설계자에 맡김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)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23793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1E81858A-8F54-1350-8E5F-F14AC31F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6" y="139183"/>
            <a:ext cx="11564308" cy="411257"/>
          </a:xfrm>
        </p:spPr>
        <p:txBody>
          <a:bodyPr/>
          <a:lstStyle/>
          <a:p>
            <a:r>
              <a:rPr lang="ko-KR" altLang="en-US" b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기능사양서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9E7994D6-AD52-357D-79AC-AADECC5075F1}"/>
              </a:ext>
            </a:extLst>
          </p:cNvPr>
          <p:cNvSpPr/>
          <p:nvPr/>
        </p:nvSpPr>
        <p:spPr>
          <a:xfrm>
            <a:off x="2658774" y="1836567"/>
            <a:ext cx="3833880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741D6D9-37FE-7BC0-9DBE-1B2BE92749EC}"/>
              </a:ext>
            </a:extLst>
          </p:cNvPr>
          <p:cNvGrpSpPr/>
          <p:nvPr/>
        </p:nvGrpSpPr>
        <p:grpSpPr>
          <a:xfrm>
            <a:off x="438896" y="811839"/>
            <a:ext cx="1785769" cy="246221"/>
            <a:chOff x="438896" y="811839"/>
            <a:chExt cx="1785769" cy="2462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A64C83-A69D-E76C-F425-229C132EAA32}"/>
                </a:ext>
              </a:extLst>
            </p:cNvPr>
            <p:cNvSpPr txBox="1"/>
            <p:nvPr/>
          </p:nvSpPr>
          <p:spPr>
            <a:xfrm>
              <a:off x="438896" y="817807"/>
              <a:ext cx="134652" cy="234286"/>
            </a:xfrm>
            <a:prstGeom prst="rect">
              <a:avLst/>
            </a:prstGeom>
            <a:noFill/>
          </p:spPr>
          <p:txBody>
            <a:bodyPr wrap="none" lIns="0" tIns="36000" rIns="0" bIns="36000" rtlCol="0" anchor="ctr">
              <a:spAutoFit/>
            </a:bodyPr>
            <a:lstStyle/>
            <a:p>
              <a:r>
                <a:rPr lang="en-US" altLang="ko-KR" sz="105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●</a:t>
              </a:r>
              <a:endParaRPr lang="ko-KR" altLang="en-US" sz="160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D93EF4-9D9E-D815-0AD8-90046EBC1138}"/>
                </a:ext>
              </a:extLst>
            </p:cNvPr>
            <p:cNvSpPr txBox="1"/>
            <p:nvPr/>
          </p:nvSpPr>
          <p:spPr>
            <a:xfrm>
              <a:off x="695400" y="811839"/>
              <a:ext cx="152926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화면 설계도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(</a:t>
              </a:r>
              <a:r>
                <a:rPr lang="ko-KR" altLang="en-US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메인</a:t>
              </a:r>
              <a:r>
                <a:rPr lang="en-US" altLang="ko-KR" sz="1600" b="1">
                  <a:latin typeface="Noto Sans KR Medium" panose="020B0200000000000000" pitchFamily="50" charset="-127"/>
                  <a:ea typeface="Noto Sans KR Medium" panose="020B0200000000000000" pitchFamily="50" charset="-127"/>
                  <a:cs typeface="Malgun Gothic Semilight" panose="020B0502040204020203" pitchFamily="50" charset="-127"/>
                </a:rPr>
                <a:t>)</a:t>
              </a:r>
              <a:endParaRPr lang="ko-KR" altLang="en-US" sz="1600" b="1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Malgun Gothic Semilight" panose="020B0502040204020203" pitchFamily="50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86646A8A-1811-3B37-A6A8-DDBAEE6D8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6" y="1319459"/>
            <a:ext cx="7647573" cy="5098382"/>
          </a:xfrm>
          <a:prstGeom prst="rect">
            <a:avLst/>
          </a:prstGeom>
        </p:spPr>
      </p:pic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8604B03-252B-C00F-CEB8-3F99990B6AA5}"/>
              </a:ext>
            </a:extLst>
          </p:cNvPr>
          <p:cNvGraphicFramePr>
            <a:graphicFrameLocks noGrp="1"/>
          </p:cNvGraphicFramePr>
          <p:nvPr/>
        </p:nvGraphicFramePr>
        <p:xfrm>
          <a:off x="738376" y="1340710"/>
          <a:ext cx="7647573" cy="5034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757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</a:tblGrid>
              <a:tr h="19706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2237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461385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7924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03B778-862A-37BC-6157-1D9211228403}"/>
              </a:ext>
            </a:extLst>
          </p:cNvPr>
          <p:cNvSpPr txBox="1"/>
          <p:nvPr/>
        </p:nvSpPr>
        <p:spPr>
          <a:xfrm>
            <a:off x="980613" y="1372018"/>
            <a:ext cx="15292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latin typeface="Noto Sans KR" panose="020B0200000000000000" pitchFamily="50" charset="-127"/>
                <a:ea typeface="Noto Sans KR" panose="020B0200000000000000" pitchFamily="50" charset="-127"/>
              </a:rPr>
              <a:t>Codebeamer CM Manager v1.0</a:t>
            </a:r>
            <a:endParaRPr lang="ko-KR" altLang="en-US" sz="8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1" name="사각형: 둥근 모서리 2050">
            <a:extLst>
              <a:ext uri="{FF2B5EF4-FFF2-40B4-BE49-F238E27FC236}">
                <a16:creationId xmlns:a16="http://schemas.microsoft.com/office/drawing/2014/main" id="{16FB5B55-4655-E56B-3861-A0BDAD037A50}"/>
              </a:ext>
            </a:extLst>
          </p:cNvPr>
          <p:cNvSpPr/>
          <p:nvPr/>
        </p:nvSpPr>
        <p:spPr>
          <a:xfrm>
            <a:off x="1380828" y="1559249"/>
            <a:ext cx="501915" cy="378517"/>
          </a:xfrm>
          <a:prstGeom prst="roundRect">
            <a:avLst>
              <a:gd name="adj" fmla="val 86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34950708-24E6-989F-1AF1-532DEF56BB7A}"/>
              </a:ext>
            </a:extLst>
          </p:cNvPr>
          <p:cNvSpPr/>
          <p:nvPr/>
        </p:nvSpPr>
        <p:spPr>
          <a:xfrm>
            <a:off x="878913" y="1559249"/>
            <a:ext cx="501915" cy="378517"/>
          </a:xfrm>
          <a:prstGeom prst="roundRect">
            <a:avLst>
              <a:gd name="adj" fmla="val 8614"/>
            </a:avLst>
          </a:prstGeom>
          <a:solidFill>
            <a:srgbClr val="7F7F7F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5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PRM</a:t>
            </a:r>
            <a:endParaRPr lang="ko-KR" altLang="en-US" sz="105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431D8A2E-F969-A725-848B-D96D20D511EA}"/>
              </a:ext>
            </a:extLst>
          </p:cNvPr>
          <p:cNvSpPr/>
          <p:nvPr/>
        </p:nvSpPr>
        <p:spPr>
          <a:xfrm>
            <a:off x="2715655" y="1836567"/>
            <a:ext cx="375335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D1FF9FD-89E8-6B14-FCEE-251988C70DA1}"/>
              </a:ext>
            </a:extLst>
          </p:cNvPr>
          <p:cNvSpPr/>
          <p:nvPr/>
        </p:nvSpPr>
        <p:spPr>
          <a:xfrm>
            <a:off x="6525793" y="1836567"/>
            <a:ext cx="1729234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695192D9-42DD-07BE-BCD9-5E5E7C329E79}"/>
              </a:ext>
            </a:extLst>
          </p:cNvPr>
          <p:cNvSpPr/>
          <p:nvPr/>
        </p:nvSpPr>
        <p:spPr>
          <a:xfrm>
            <a:off x="856773" y="4242144"/>
            <a:ext cx="3733040" cy="2029115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A33AD78-941A-4C85-6F93-540312B60541}"/>
              </a:ext>
            </a:extLst>
          </p:cNvPr>
          <p:cNvSpPr/>
          <p:nvPr/>
        </p:nvSpPr>
        <p:spPr>
          <a:xfrm>
            <a:off x="856773" y="1836567"/>
            <a:ext cx="1751893" cy="1282299"/>
          </a:xfrm>
          <a:prstGeom prst="roundRect">
            <a:avLst>
              <a:gd name="adj" fmla="val 418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1AC58-E94F-9236-09C9-0B0B1BCFA713}"/>
              </a:ext>
            </a:extLst>
          </p:cNvPr>
          <p:cNvSpPr txBox="1"/>
          <p:nvPr/>
        </p:nvSpPr>
        <p:spPr>
          <a:xfrm>
            <a:off x="1119228" y="1926350"/>
            <a:ext cx="16671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939D2-A624-4B7E-398F-ED19ADD5F046}"/>
              </a:ext>
            </a:extLst>
          </p:cNvPr>
          <p:cNvSpPr txBox="1"/>
          <p:nvPr/>
        </p:nvSpPr>
        <p:spPr>
          <a:xfrm>
            <a:off x="2954918" y="1930160"/>
            <a:ext cx="69249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타임라인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2765C9D-CAE9-BFB3-8C43-A748549D967F}"/>
              </a:ext>
            </a:extLst>
          </p:cNvPr>
          <p:cNvSpPr/>
          <p:nvPr/>
        </p:nvSpPr>
        <p:spPr>
          <a:xfrm>
            <a:off x="856773" y="3170287"/>
            <a:ext cx="7398254" cy="1020713"/>
          </a:xfrm>
          <a:prstGeom prst="roundRect">
            <a:avLst>
              <a:gd name="adj" fmla="val 5308"/>
            </a:avLst>
          </a:prstGeom>
          <a:solidFill>
            <a:schemeClr val="bg1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C873D-E642-62F9-06A6-7685CC351C1C}"/>
              </a:ext>
            </a:extLst>
          </p:cNvPr>
          <p:cNvSpPr txBox="1"/>
          <p:nvPr/>
        </p:nvSpPr>
        <p:spPr>
          <a:xfrm>
            <a:off x="6781400" y="1926350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감사 일자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02D3DE-9046-E323-40E3-1D877F5117ED}"/>
              </a:ext>
            </a:extLst>
          </p:cNvPr>
          <p:cNvSpPr txBox="1"/>
          <p:nvPr/>
        </p:nvSpPr>
        <p:spPr>
          <a:xfrm>
            <a:off x="1102894" y="3237725"/>
            <a:ext cx="55143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수행 단계 선택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5C9A9B-6C6A-6BDD-D273-63FC7B9922F9}"/>
              </a:ext>
            </a:extLst>
          </p:cNvPr>
          <p:cNvSpPr txBox="1"/>
          <p:nvPr/>
        </p:nvSpPr>
        <p:spPr>
          <a:xfrm>
            <a:off x="1106306" y="4323016"/>
            <a:ext cx="60775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내역</a:t>
            </a:r>
            <a:endParaRPr lang="ko-KR" altLang="en-US" sz="7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120CC-D6F8-7F04-9DF4-82BC7A273224}"/>
              </a:ext>
            </a:extLst>
          </p:cNvPr>
          <p:cNvSpPr txBox="1"/>
          <p:nvPr/>
        </p:nvSpPr>
        <p:spPr>
          <a:xfrm>
            <a:off x="1423495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FB7C41-44E8-0480-B77F-85AAC3E85983}"/>
              </a:ext>
            </a:extLst>
          </p:cNvPr>
          <p:cNvSpPr txBox="1"/>
          <p:nvPr/>
        </p:nvSpPr>
        <p:spPr>
          <a:xfrm>
            <a:off x="2851924" y="3452190"/>
            <a:ext cx="46166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D7A32-54CA-D751-DAD5-F037D98A0554}"/>
              </a:ext>
            </a:extLst>
          </p:cNvPr>
          <p:cNvSpPr txBox="1"/>
          <p:nvPr/>
        </p:nvSpPr>
        <p:spPr>
          <a:xfrm>
            <a:off x="4406404" y="3452190"/>
            <a:ext cx="39113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D2B6E5-4047-DD58-07F9-A923A1666792}"/>
              </a:ext>
            </a:extLst>
          </p:cNvPr>
          <p:cNvSpPr txBox="1"/>
          <p:nvPr/>
        </p:nvSpPr>
        <p:spPr>
          <a:xfrm>
            <a:off x="5842774" y="3452190"/>
            <a:ext cx="532197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업데이트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E847E-7836-6045-203A-3544EF92C56C}"/>
              </a:ext>
            </a:extLst>
          </p:cNvPr>
          <p:cNvSpPr txBox="1"/>
          <p:nvPr/>
        </p:nvSpPr>
        <p:spPr>
          <a:xfrm>
            <a:off x="7275334" y="3452190"/>
            <a:ext cx="49372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NG/PR </a:t>
            </a:r>
            <a:r>
              <a:rPr lang="ko-KR" altLang="en-US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01AD832-2ACE-2D18-51F7-4D101B41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60" y="3423419"/>
            <a:ext cx="205764" cy="20576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8D7AB74-53AA-F918-8F62-A81F2C8F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17" y="3423419"/>
            <a:ext cx="205764" cy="20576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D9B2544-5DE2-EAE8-FC8B-08EA0551B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228" y="3394481"/>
            <a:ext cx="131820" cy="131820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3CE8702E-C244-82C9-A022-A8DD05BED86E}"/>
              </a:ext>
            </a:extLst>
          </p:cNvPr>
          <p:cNvSpPr/>
          <p:nvPr/>
        </p:nvSpPr>
        <p:spPr>
          <a:xfrm>
            <a:off x="5558790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B295564-9052-6CE3-44A0-029B4FFE1C59}"/>
              </a:ext>
            </a:extLst>
          </p:cNvPr>
          <p:cNvSpPr/>
          <p:nvPr/>
        </p:nvSpPr>
        <p:spPr>
          <a:xfrm>
            <a:off x="6996509" y="3452190"/>
            <a:ext cx="160020" cy="160020"/>
          </a:xfrm>
          <a:prstGeom prst="ellipse">
            <a:avLst/>
          </a:prstGeom>
          <a:solidFill>
            <a:srgbClr val="6B7887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EC93625-DD0E-DC53-DA56-6EBE7B2E3766}"/>
              </a:ext>
            </a:extLst>
          </p:cNvPr>
          <p:cNvSpPr/>
          <p:nvPr/>
        </p:nvSpPr>
        <p:spPr>
          <a:xfrm>
            <a:off x="1162836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519C6CA-7E81-6FE8-8F7F-7B26F1908220}"/>
              </a:ext>
            </a:extLst>
          </p:cNvPr>
          <p:cNvSpPr/>
          <p:nvPr/>
        </p:nvSpPr>
        <p:spPr>
          <a:xfrm>
            <a:off x="2584954" y="3452190"/>
            <a:ext cx="160020" cy="160020"/>
          </a:xfrm>
          <a:prstGeom prst="ellipse">
            <a:avLst/>
          </a:prstGeom>
          <a:solidFill>
            <a:srgbClr val="00B0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90BB4A4-BC02-6012-046C-09E361A837A7}"/>
              </a:ext>
            </a:extLst>
          </p:cNvPr>
          <p:cNvSpPr/>
          <p:nvPr/>
        </p:nvSpPr>
        <p:spPr>
          <a:xfrm>
            <a:off x="4082175" y="3452190"/>
            <a:ext cx="160020" cy="160020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9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AE85562-3675-F895-BAB2-B1275B9CD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825" y="3394481"/>
            <a:ext cx="131820" cy="13182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9994D29-1DD4-EB4E-5906-5D8D46747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448" y="3394481"/>
            <a:ext cx="131820" cy="131820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A393D74-CB32-D816-26A4-364B972E412B}"/>
              </a:ext>
            </a:extLst>
          </p:cNvPr>
          <p:cNvSpPr/>
          <p:nvPr/>
        </p:nvSpPr>
        <p:spPr>
          <a:xfrm>
            <a:off x="6437071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151F595-6581-87F4-94BC-6E6DC617B994}"/>
              </a:ext>
            </a:extLst>
          </p:cNvPr>
          <p:cNvSpPr/>
          <p:nvPr/>
        </p:nvSpPr>
        <p:spPr>
          <a:xfrm>
            <a:off x="7846590" y="3394481"/>
            <a:ext cx="131820" cy="131820"/>
          </a:xfrm>
          <a:prstGeom prst="roundRect">
            <a:avLst>
              <a:gd name="adj" fmla="val 221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3911E40-5C2C-DC9F-B2D1-7DA7196179A4}"/>
              </a:ext>
            </a:extLst>
          </p:cNvPr>
          <p:cNvSpPr/>
          <p:nvPr/>
        </p:nvSpPr>
        <p:spPr>
          <a:xfrm flipV="1">
            <a:off x="1168297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40B614-9F09-2886-6F8F-BCBF5ED2591F}"/>
              </a:ext>
            </a:extLst>
          </p:cNvPr>
          <p:cNvSpPr txBox="1"/>
          <p:nvPr/>
        </p:nvSpPr>
        <p:spPr>
          <a:xfrm>
            <a:off x="2078943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F4589D9-36EE-7A61-6CBA-598F48EDEB7C}"/>
              </a:ext>
            </a:extLst>
          </p:cNvPr>
          <p:cNvSpPr/>
          <p:nvPr/>
        </p:nvSpPr>
        <p:spPr>
          <a:xfrm flipV="1">
            <a:off x="2582609" y="3701108"/>
            <a:ext cx="873863" cy="45719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DAA11B-C8C3-DE03-9657-8119EEB0F804}"/>
              </a:ext>
            </a:extLst>
          </p:cNvPr>
          <p:cNvSpPr txBox="1"/>
          <p:nvPr/>
        </p:nvSpPr>
        <p:spPr>
          <a:xfrm>
            <a:off x="3493255" y="3677800"/>
            <a:ext cx="20839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100%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3F45C3-322A-BE3C-7E6E-B472EC965A66}"/>
              </a:ext>
            </a:extLst>
          </p:cNvPr>
          <p:cNvSpPr txBox="1"/>
          <p:nvPr/>
        </p:nvSpPr>
        <p:spPr>
          <a:xfrm>
            <a:off x="1454256" y="3573019"/>
            <a:ext cx="27732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↔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45F925-EF2A-19CB-20D0-F9C65CC9B263}"/>
              </a:ext>
            </a:extLst>
          </p:cNvPr>
          <p:cNvSpPr txBox="1"/>
          <p:nvPr/>
        </p:nvSpPr>
        <p:spPr>
          <a:xfrm>
            <a:off x="2845471" y="3565250"/>
            <a:ext cx="6588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Baseline/CIL/Tracker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0AAA36-1CAE-7AB2-82E3-59A94FFFA1E0}"/>
              </a:ext>
            </a:extLst>
          </p:cNvPr>
          <p:cNvSpPr txBox="1"/>
          <p:nvPr/>
        </p:nvSpPr>
        <p:spPr>
          <a:xfrm>
            <a:off x="4393292" y="3565250"/>
            <a:ext cx="527388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기반 감사 진행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C43766-3DB3-1C5C-0AF5-BC4836BAD627}"/>
              </a:ext>
            </a:extLst>
          </p:cNvPr>
          <p:cNvSpPr txBox="1"/>
          <p:nvPr/>
        </p:nvSpPr>
        <p:spPr>
          <a:xfrm>
            <a:off x="5812960" y="3565250"/>
            <a:ext cx="605935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CIL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감사결과 업데이트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C3310F-073E-A23B-FBC1-3D1B8B03C4FF}"/>
              </a:ext>
            </a:extLst>
          </p:cNvPr>
          <p:cNvSpPr txBox="1"/>
          <p:nvPr/>
        </p:nvSpPr>
        <p:spPr>
          <a:xfrm>
            <a:off x="7219228" y="3565250"/>
            <a:ext cx="520976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차종이 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ASIL A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</a:t>
            </a:r>
            <a:r>
              <a:rPr lang="en-US" altLang="ko-KR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500" b="1">
                <a:solidFill>
                  <a:srgbClr val="8A8E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</a:t>
            </a:r>
            <a:endParaRPr lang="ko-KR" altLang="en-US" sz="500" b="1" dirty="0" err="1">
              <a:solidFill>
                <a:srgbClr val="8A8E99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50" name="Picture 2" descr="설정 - 무료 ui개 아이콘">
            <a:extLst>
              <a:ext uri="{FF2B5EF4-FFF2-40B4-BE49-F238E27FC236}">
                <a16:creationId xmlns:a16="http://schemas.microsoft.com/office/drawing/2014/main" id="{FD08194F-9B04-3D5D-4D88-7D5F1ABB5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26" y="1889752"/>
            <a:ext cx="166712" cy="16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5A09BF2F-7A69-F09C-E877-E48B50CEA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581" y="1902112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달력 아이콘, 로고, 기호 – PNG, SVG 무료 다운로드">
            <a:extLst>
              <a:ext uri="{FF2B5EF4-FFF2-40B4-BE49-F238E27FC236}">
                <a16:creationId xmlns:a16="http://schemas.microsoft.com/office/drawing/2014/main" id="{8F2B3CCA-DF52-7317-6174-8AACD5799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063" y="1896924"/>
            <a:ext cx="156198" cy="15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4AC7EE5-EBCD-8560-CABA-5AE5F77ECCB2}"/>
              </a:ext>
            </a:extLst>
          </p:cNvPr>
          <p:cNvSpPr txBox="1"/>
          <p:nvPr/>
        </p:nvSpPr>
        <p:spPr>
          <a:xfrm>
            <a:off x="976086" y="2156341"/>
            <a:ext cx="4440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차종 프로젝트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634C98-3386-BFA4-160C-3BCC03BD4617}"/>
              </a:ext>
            </a:extLst>
          </p:cNvPr>
          <p:cNvSpPr txBox="1"/>
          <p:nvPr/>
        </p:nvSpPr>
        <p:spPr>
          <a:xfrm>
            <a:off x="976086" y="2615505"/>
            <a:ext cx="46487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규칙</a:t>
            </a:r>
            <a:endParaRPr lang="ko-KR" altLang="en-US" sz="600" b="1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91DF1CE-EEDE-9A5C-D50D-7976A3CE7DB6}"/>
              </a:ext>
            </a:extLst>
          </p:cNvPr>
          <p:cNvSpPr/>
          <p:nvPr/>
        </p:nvSpPr>
        <p:spPr>
          <a:xfrm>
            <a:off x="948690" y="2261781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GM_9BQX_HL_LDM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1CE11C2-82CD-B141-3477-8BF04702B45A}"/>
              </a:ext>
            </a:extLst>
          </p:cNvPr>
          <p:cNvSpPr/>
          <p:nvPr/>
        </p:nvSpPr>
        <p:spPr>
          <a:xfrm>
            <a:off x="948690" y="2722260"/>
            <a:ext cx="1562100" cy="17910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ASPICE v4.0                          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5EF5CD-2753-9223-8346-2070D4AB3ABA}"/>
              </a:ext>
            </a:extLst>
          </p:cNvPr>
          <p:cNvSpPr txBox="1"/>
          <p:nvPr/>
        </p:nvSpPr>
        <p:spPr>
          <a:xfrm>
            <a:off x="6754089" y="2325615"/>
            <a:ext cx="128560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10913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</a:t>
            </a:r>
            <a:endParaRPr lang="ko-KR" altLang="en-US" sz="2400" b="1" dirty="0" err="1">
              <a:solidFill>
                <a:srgbClr val="109134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AC7D98-114C-4C0A-0DDA-1FBAE992A728}"/>
              </a:ext>
            </a:extLst>
          </p:cNvPr>
          <p:cNvSpPr txBox="1"/>
          <p:nvPr/>
        </p:nvSpPr>
        <p:spPr>
          <a:xfrm>
            <a:off x="6915196" y="2720409"/>
            <a:ext cx="39594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</a:t>
            </a:r>
            <a:r>
              <a:rPr lang="en-US" altLang="ko-KR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169</a:t>
            </a:r>
            <a:r>
              <a:rPr lang="ko-KR" altLang="en-US" sz="800" b="1">
                <a:solidFill>
                  <a:srgbClr val="73777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73777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037960-DFBF-6428-D703-EF3F808E3456}"/>
              </a:ext>
            </a:extLst>
          </p:cNvPr>
          <p:cNvSpPr txBox="1"/>
          <p:nvPr/>
        </p:nvSpPr>
        <p:spPr>
          <a:xfrm>
            <a:off x="7439622" y="2715674"/>
            <a:ext cx="39113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NG 13</a:t>
            </a:r>
            <a:r>
              <a:rPr lang="ko-KR" altLang="en-US" sz="800" b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  <a:endParaRPr lang="ko-KR" altLang="en-US" sz="800" b="1" dirty="0" err="1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125784B-5849-CD59-02FA-427742CCE8F2}"/>
              </a:ext>
            </a:extLst>
          </p:cNvPr>
          <p:cNvSpPr/>
          <p:nvPr/>
        </p:nvSpPr>
        <p:spPr>
          <a:xfrm>
            <a:off x="3848100" y="3946461"/>
            <a:ext cx="1371600" cy="20398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형상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시작</a:t>
            </a:r>
            <a:r>
              <a:rPr lang="en-US" altLang="ko-KR" sz="8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!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FFBAE1D3-D964-1FBC-2325-272E5A9507CE}"/>
              </a:ext>
            </a:extLst>
          </p:cNvPr>
          <p:cNvSpPr/>
          <p:nvPr/>
        </p:nvSpPr>
        <p:spPr>
          <a:xfrm rot="5400000">
            <a:off x="4127390" y="3991773"/>
            <a:ext cx="131493" cy="113356"/>
          </a:xfrm>
          <a:prstGeom prst="triangle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54" name="Picture 6" descr="List - Free interface icons">
            <a:extLst>
              <a:ext uri="{FF2B5EF4-FFF2-40B4-BE49-F238E27FC236}">
                <a16:creationId xmlns:a16="http://schemas.microsoft.com/office/drawing/2014/main" id="{C1EE59B0-9C0F-1A39-74F9-BC33EF363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38" y="3213174"/>
            <a:ext cx="141565" cy="14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lue Document Icon for Websites and Apps">
            <a:extLst>
              <a:ext uri="{FF2B5EF4-FFF2-40B4-BE49-F238E27FC236}">
                <a16:creationId xmlns:a16="http://schemas.microsoft.com/office/drawing/2014/main" id="{4A46DF36-B9F8-183B-97F3-63F5E9AD4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99" y="4284418"/>
            <a:ext cx="182966" cy="16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0BF9D9F-6AC2-F398-2697-EBB05A161496}"/>
              </a:ext>
            </a:extLst>
          </p:cNvPr>
          <p:cNvSpPr/>
          <p:nvPr/>
        </p:nvSpPr>
        <p:spPr>
          <a:xfrm>
            <a:off x="1073333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7E59ECA-ED1D-88F9-9156-D5490415AB7E}"/>
              </a:ext>
            </a:extLst>
          </p:cNvPr>
          <p:cNvSpPr/>
          <p:nvPr/>
        </p:nvSpPr>
        <p:spPr>
          <a:xfrm>
            <a:off x="2503300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9F99F9-48FE-35D7-8327-3730151693A1}"/>
              </a:ext>
            </a:extLst>
          </p:cNvPr>
          <p:cNvSpPr/>
          <p:nvPr/>
        </p:nvSpPr>
        <p:spPr>
          <a:xfrm>
            <a:off x="3990425" y="3380265"/>
            <a:ext cx="1214000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B66A08E0-0A5B-720F-B24F-76CD85EC3FA9}"/>
              </a:ext>
            </a:extLst>
          </p:cNvPr>
          <p:cNvSpPr/>
          <p:nvPr/>
        </p:nvSpPr>
        <p:spPr>
          <a:xfrm>
            <a:off x="546823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1AC9E1E-D113-E7AF-3758-BDA76814990D}"/>
              </a:ext>
            </a:extLst>
          </p:cNvPr>
          <p:cNvSpPr/>
          <p:nvPr/>
        </p:nvSpPr>
        <p:spPr>
          <a:xfrm>
            <a:off x="6915196" y="3380265"/>
            <a:ext cx="1124501" cy="465295"/>
          </a:xfrm>
          <a:prstGeom prst="roundRect">
            <a:avLst>
              <a:gd name="adj" fmla="val 7387"/>
            </a:avLst>
          </a:prstGeom>
          <a:noFill/>
          <a:ln w="12700">
            <a:solidFill>
              <a:srgbClr val="DEE3E7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endParaRPr lang="ko-KR" altLang="en-US" sz="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53536E8-DF5A-24D7-D87D-BCF35E31D192}"/>
              </a:ext>
            </a:extLst>
          </p:cNvPr>
          <p:cNvSpPr/>
          <p:nvPr/>
        </p:nvSpPr>
        <p:spPr>
          <a:xfrm>
            <a:off x="2549883" y="4305867"/>
            <a:ext cx="1337995" cy="142715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26.07.18(</a:t>
            </a:r>
            <a:r>
              <a:rPr lang="ko-KR" altLang="en-US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</a:t>
            </a:r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14:23:07                v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5158DB75-EAD8-D33A-C6CF-6FAE88D2EEF5}"/>
              </a:ext>
            </a:extLst>
          </p:cNvPr>
          <p:cNvSpPr/>
          <p:nvPr/>
        </p:nvSpPr>
        <p:spPr>
          <a:xfrm>
            <a:off x="3962288" y="4305867"/>
            <a:ext cx="493969" cy="142715"/>
          </a:xfrm>
          <a:prstGeom prst="roundRect">
            <a:avLst/>
          </a:prstGeom>
          <a:solidFill>
            <a:srgbClr val="155FE8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링크</a:t>
            </a:r>
            <a:endParaRPr lang="ko-KR" altLang="en-US" sz="6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1" name="Picture 12" descr="Link - Free multimedia icons">
            <a:extLst>
              <a:ext uri="{FF2B5EF4-FFF2-40B4-BE49-F238E27FC236}">
                <a16:creationId xmlns:a16="http://schemas.microsoft.com/office/drawing/2014/main" id="{2D277057-8F40-250B-93FD-AE8EEB014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230" y="4320367"/>
            <a:ext cx="125329" cy="1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83F1E62F-A405-F1B3-1F0D-52159A806417}"/>
              </a:ext>
            </a:extLst>
          </p:cNvPr>
          <p:cNvGraphicFramePr>
            <a:graphicFrameLocks noGrp="1"/>
          </p:cNvGraphicFramePr>
          <p:nvPr/>
        </p:nvGraphicFramePr>
        <p:xfrm>
          <a:off x="2851923" y="2590016"/>
          <a:ext cx="3486165" cy="48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3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697233">
                  <a:extLst>
                    <a:ext uri="{9D8B030D-6E8A-4147-A177-3AD203B41FA5}">
                      <a16:colId xmlns:a16="http://schemas.microsoft.com/office/drawing/2014/main" val="170656081"/>
                    </a:ext>
                  </a:extLst>
                </a:gridCol>
              </a:tblGrid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26.07.15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D-78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M/Car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26.11.15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27.05.15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D-240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27.06.01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#3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27.09.15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D-356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21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#4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27.10.15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D-412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27.11.01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2AD4465-7379-27F3-DD6F-8714216DB65E}"/>
              </a:ext>
            </a:extLst>
          </p:cNvPr>
          <p:cNvSpPr/>
          <p:nvPr/>
        </p:nvSpPr>
        <p:spPr>
          <a:xfrm flipV="1">
            <a:off x="2829219" y="2286223"/>
            <a:ext cx="3486165" cy="49194"/>
          </a:xfrm>
          <a:prstGeom prst="roundRect">
            <a:avLst>
              <a:gd name="adj" fmla="val 50000"/>
            </a:avLst>
          </a:prstGeom>
          <a:solidFill>
            <a:srgbClr val="1562EC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1654059-86C1-3D45-3E15-BDECA60AD660}"/>
              </a:ext>
            </a:extLst>
          </p:cNvPr>
          <p:cNvSpPr txBox="1"/>
          <p:nvPr/>
        </p:nvSpPr>
        <p:spPr>
          <a:xfrm>
            <a:off x="5204425" y="1902112"/>
            <a:ext cx="282129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FE500A-10F8-247B-43E8-598AC515D8F5}"/>
              </a:ext>
            </a:extLst>
          </p:cNvPr>
          <p:cNvSpPr txBox="1"/>
          <p:nvPr/>
        </p:nvSpPr>
        <p:spPr>
          <a:xfrm>
            <a:off x="5908005" y="1902112"/>
            <a:ext cx="158698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" b="1">
                <a:solidFill>
                  <a:srgbClr val="53545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600" b="1" dirty="0" err="1">
              <a:solidFill>
                <a:srgbClr val="53545A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D096A09-C055-5633-3DFC-FDC29C8BA4B2}"/>
              </a:ext>
            </a:extLst>
          </p:cNvPr>
          <p:cNvSpPr/>
          <p:nvPr/>
        </p:nvSpPr>
        <p:spPr>
          <a:xfrm>
            <a:off x="5191673" y="2015172"/>
            <a:ext cx="586827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26.03.15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643618C9-86AC-E165-B629-58ACB8FDCA6D}"/>
              </a:ext>
            </a:extLst>
          </p:cNvPr>
          <p:cNvSpPr/>
          <p:nvPr/>
        </p:nvSpPr>
        <p:spPr>
          <a:xfrm>
            <a:off x="5882717" y="2015172"/>
            <a:ext cx="530786" cy="141169"/>
          </a:xfrm>
          <a:prstGeom prst="roundRect">
            <a:avLst/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7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27.12.15</a:t>
            </a:r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62" name="Picture 14" descr="Calendar icon - Free Download PNG &amp; SVG | Streamline">
            <a:extLst>
              <a:ext uri="{FF2B5EF4-FFF2-40B4-BE49-F238E27FC236}">
                <a16:creationId xmlns:a16="http://schemas.microsoft.com/office/drawing/2014/main" id="{A7D89C88-A3D7-5587-59FA-37518E62B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5653278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14" descr="Calendar icon - Free Download PNG &amp; SVG | Streamline">
            <a:extLst>
              <a:ext uri="{FF2B5EF4-FFF2-40B4-BE49-F238E27FC236}">
                <a16:creationId xmlns:a16="http://schemas.microsoft.com/office/drawing/2014/main" id="{9196A805-575D-D260-CB6E-10D16C25E0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3" t="2576" r="7678" b="3245"/>
          <a:stretch>
            <a:fillRect/>
          </a:stretch>
        </p:blipFill>
        <p:spPr bwMode="auto">
          <a:xfrm>
            <a:off x="6287700" y="2027447"/>
            <a:ext cx="100775" cy="1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ED8031C7-F0CC-CD69-193B-2C54BE7647D8}"/>
              </a:ext>
            </a:extLst>
          </p:cNvPr>
          <p:cNvSpPr/>
          <p:nvPr/>
        </p:nvSpPr>
        <p:spPr>
          <a:xfrm>
            <a:off x="4655820" y="4242144"/>
            <a:ext cx="3599207" cy="2029115"/>
          </a:xfrm>
          <a:prstGeom prst="roundRect">
            <a:avLst>
              <a:gd name="adj" fmla="val 4188"/>
            </a:avLst>
          </a:prstGeom>
          <a:solidFill>
            <a:srgbClr val="1A2938"/>
          </a:solidFill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F4AF37B-A30F-FCD2-D516-29DE9F27D7C9}"/>
              </a:ext>
            </a:extLst>
          </p:cNvPr>
          <p:cNvSpPr txBox="1"/>
          <p:nvPr/>
        </p:nvSpPr>
        <p:spPr>
          <a:xfrm>
            <a:off x="4743812" y="4305868"/>
            <a:ext cx="21159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LOG</a:t>
            </a:r>
            <a:endParaRPr lang="ko-KR" altLang="en-US" sz="8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FDCD51C1-678F-9FD0-5CF1-FCD5648C5C2E}"/>
              </a:ext>
            </a:extLst>
          </p:cNvPr>
          <p:cNvSpPr/>
          <p:nvPr/>
        </p:nvSpPr>
        <p:spPr>
          <a:xfrm>
            <a:off x="4728210" y="4461472"/>
            <a:ext cx="3454392" cy="1697501"/>
          </a:xfrm>
          <a:prstGeom prst="roundRect">
            <a:avLst>
              <a:gd name="adj" fmla="val 4188"/>
            </a:avLst>
          </a:prstGeom>
          <a:noFill/>
          <a:ln w="12700">
            <a:solidFill>
              <a:srgbClr val="EBEEF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2D473C-06DC-473A-29DE-A5BE66F91171}"/>
              </a:ext>
            </a:extLst>
          </p:cNvPr>
          <p:cNvSpPr txBox="1"/>
          <p:nvPr/>
        </p:nvSpPr>
        <p:spPr>
          <a:xfrm>
            <a:off x="4819631" y="4442307"/>
            <a:ext cx="2176878" cy="11147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트래커 연결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Codebeamer API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응답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OK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[14:23:08]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수집 완료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Baseline/CIL/Tracker</a:t>
            </a: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[14:23:12]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형상 감사 시작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— ASPICE v3.1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적용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[14:24:33] WARN  SWE.4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 불일치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 발견</a:t>
            </a:r>
            <a:endParaRPr lang="en-US" altLang="ko-KR" sz="600" b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50000"/>
              </a:lnSpc>
            </a:pP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[14:25:01] INFO 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 진행 </a:t>
            </a:r>
            <a:r>
              <a:rPr lang="en-US" altLang="ko-KR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67% — SYS.2, SUP.8 </a:t>
            </a:r>
            <a:r>
              <a:rPr lang="ko-KR" altLang="en-US" sz="600" b="1">
                <a:solidFill>
                  <a:srgbClr val="D2D3D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검사 중</a:t>
            </a:r>
            <a:endParaRPr lang="ko-KR" altLang="en-US" sz="600" b="1" dirty="0" err="1">
              <a:solidFill>
                <a:srgbClr val="D2D3D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343DD84-2667-9BC3-F1D4-077F97E2870E}"/>
              </a:ext>
            </a:extLst>
          </p:cNvPr>
          <p:cNvCxnSpPr>
            <a:cxnSpLocks/>
          </p:cNvCxnSpPr>
          <p:nvPr/>
        </p:nvCxnSpPr>
        <p:spPr>
          <a:xfrm>
            <a:off x="3019540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2A3A595-0C3F-E64B-77AA-B980A4267A71}"/>
              </a:ext>
            </a:extLst>
          </p:cNvPr>
          <p:cNvCxnSpPr>
            <a:cxnSpLocks/>
          </p:cNvCxnSpPr>
          <p:nvPr/>
        </p:nvCxnSpPr>
        <p:spPr>
          <a:xfrm>
            <a:off x="6115927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ED098D1-7199-8112-621E-2A47DC3AA182}"/>
              </a:ext>
            </a:extLst>
          </p:cNvPr>
          <p:cNvCxnSpPr>
            <a:cxnSpLocks/>
          </p:cNvCxnSpPr>
          <p:nvPr/>
        </p:nvCxnSpPr>
        <p:spPr>
          <a:xfrm>
            <a:off x="4520504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7C80EF55-28F7-E953-D3F3-503751B4FCB8}"/>
              </a:ext>
            </a:extLst>
          </p:cNvPr>
          <p:cNvCxnSpPr>
            <a:cxnSpLocks/>
          </p:cNvCxnSpPr>
          <p:nvPr/>
        </p:nvCxnSpPr>
        <p:spPr>
          <a:xfrm>
            <a:off x="5501776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303BA23-B92B-EB5D-F47D-815A68CABB6E}"/>
              </a:ext>
            </a:extLst>
          </p:cNvPr>
          <p:cNvCxnSpPr>
            <a:cxnSpLocks/>
          </p:cNvCxnSpPr>
          <p:nvPr/>
        </p:nvCxnSpPr>
        <p:spPr>
          <a:xfrm>
            <a:off x="5607794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84ECCDEE-80AF-7B6A-640B-D66F52B8EE0C}"/>
              </a:ext>
            </a:extLst>
          </p:cNvPr>
          <p:cNvCxnSpPr>
            <a:cxnSpLocks/>
          </p:cNvCxnSpPr>
          <p:nvPr/>
        </p:nvCxnSpPr>
        <p:spPr>
          <a:xfrm>
            <a:off x="398481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0D34C43-DC48-C34E-6859-DBACAE792E05}"/>
              </a:ext>
            </a:extLst>
          </p:cNvPr>
          <p:cNvCxnSpPr>
            <a:cxnSpLocks/>
          </p:cNvCxnSpPr>
          <p:nvPr/>
        </p:nvCxnSpPr>
        <p:spPr>
          <a:xfrm>
            <a:off x="460152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64D90C45-788D-5D22-D969-8CD7476E5F76}"/>
              </a:ext>
            </a:extLst>
          </p:cNvPr>
          <p:cNvCxnSpPr>
            <a:cxnSpLocks/>
          </p:cNvCxnSpPr>
          <p:nvPr/>
        </p:nvCxnSpPr>
        <p:spPr>
          <a:xfrm>
            <a:off x="5221289" y="2139042"/>
            <a:ext cx="0" cy="212290"/>
          </a:xfrm>
          <a:prstGeom prst="line">
            <a:avLst/>
          </a:prstGeom>
          <a:ln w="12700">
            <a:solidFill>
              <a:srgbClr val="156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75B134E-EA1A-074B-E82E-36998A5236F6}"/>
              </a:ext>
            </a:extLst>
          </p:cNvPr>
          <p:cNvSpPr txBox="1"/>
          <p:nvPr/>
        </p:nvSpPr>
        <p:spPr>
          <a:xfrm>
            <a:off x="2926566" y="2377930"/>
            <a:ext cx="18594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모델고정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2F3F239-7F68-8A94-9153-81EC43383AEF}"/>
              </a:ext>
            </a:extLst>
          </p:cNvPr>
          <p:cNvSpPr txBox="1"/>
          <p:nvPr/>
        </p:nvSpPr>
        <p:spPr>
          <a:xfrm>
            <a:off x="3915885" y="2377930"/>
            <a:ext cx="14908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M/Car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4A7F5B0-B150-F08D-8417-4EA22124358F}"/>
              </a:ext>
            </a:extLst>
          </p:cNvPr>
          <p:cNvSpPr txBox="1"/>
          <p:nvPr/>
        </p:nvSpPr>
        <p:spPr>
          <a:xfrm>
            <a:off x="456991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357092B-DCC6-8C1E-81BE-0804DDAC7BB5}"/>
              </a:ext>
            </a:extLst>
          </p:cNvPr>
          <p:cNvSpPr txBox="1"/>
          <p:nvPr/>
        </p:nvSpPr>
        <p:spPr>
          <a:xfrm>
            <a:off x="5187640" y="2377930"/>
            <a:ext cx="6412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0A31A54-8913-2CBB-B91C-138417ADC5B8}"/>
              </a:ext>
            </a:extLst>
          </p:cNvPr>
          <p:cNvSpPr txBox="1"/>
          <p:nvPr/>
        </p:nvSpPr>
        <p:spPr>
          <a:xfrm>
            <a:off x="5589158" y="2377930"/>
            <a:ext cx="43282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BFA52AC-9201-120A-EC5E-8B1D90F1E071}"/>
              </a:ext>
            </a:extLst>
          </p:cNvPr>
          <p:cNvSpPr txBox="1"/>
          <p:nvPr/>
        </p:nvSpPr>
        <p:spPr>
          <a:xfrm>
            <a:off x="6066703" y="2377930"/>
            <a:ext cx="105798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SOP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DDA65F00-054E-2F01-117D-70FD329A530F}"/>
              </a:ext>
            </a:extLst>
          </p:cNvPr>
          <p:cNvCxnSpPr>
            <a:cxnSpLocks/>
          </p:cNvCxnSpPr>
          <p:nvPr/>
        </p:nvCxnSpPr>
        <p:spPr>
          <a:xfrm>
            <a:off x="380083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2AE91F80-B4E7-A98D-0412-57F46C9E3157}"/>
              </a:ext>
            </a:extLst>
          </p:cNvPr>
          <p:cNvCxnSpPr>
            <a:cxnSpLocks/>
          </p:cNvCxnSpPr>
          <p:nvPr/>
        </p:nvCxnSpPr>
        <p:spPr>
          <a:xfrm>
            <a:off x="5088391" y="2139042"/>
            <a:ext cx="0" cy="21229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75E4E7D7-E5A9-71EE-B74F-770DA129C283}"/>
              </a:ext>
            </a:extLst>
          </p:cNvPr>
          <p:cNvCxnSpPr>
            <a:cxnSpLocks/>
          </p:cNvCxnSpPr>
          <p:nvPr/>
        </p:nvCxnSpPr>
        <p:spPr>
          <a:xfrm>
            <a:off x="3687534" y="2139042"/>
            <a:ext cx="0" cy="21229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6C9A6C9E-B68C-52CD-34E2-015A1BC04F02}"/>
              </a:ext>
            </a:extLst>
          </p:cNvPr>
          <p:cNvGraphicFramePr>
            <a:graphicFrameLocks noGrp="1"/>
          </p:cNvGraphicFramePr>
          <p:nvPr/>
        </p:nvGraphicFramePr>
        <p:xfrm>
          <a:off x="1012678" y="4499727"/>
          <a:ext cx="3448560" cy="50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71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68971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</a:tblGrid>
              <a:tr h="13099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저장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이력 기술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OK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67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36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00B05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143</a:t>
                      </a:r>
                      <a:endParaRPr lang="ko-KR" altLang="en-US" sz="700" b="1">
                        <a:solidFill>
                          <a:srgbClr val="00B05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309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NG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rgbClr val="FF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700" b="1">
                        <a:solidFill>
                          <a:srgbClr val="FF000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149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13/156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</a:tbl>
          </a:graphicData>
        </a:graphic>
      </p:graphicFrame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81C9AE6A-8159-BB11-821D-8A5BA8F35A05}"/>
              </a:ext>
            </a:extLst>
          </p:cNvPr>
          <p:cNvGraphicFramePr>
            <a:graphicFrameLocks noGrp="1"/>
          </p:cNvGraphicFramePr>
          <p:nvPr/>
        </p:nvGraphicFramePr>
        <p:xfrm>
          <a:off x="1014129" y="5048251"/>
          <a:ext cx="3448564" cy="72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52">
                  <a:extLst>
                    <a:ext uri="{9D8B030D-6E8A-4147-A177-3AD203B41FA5}">
                      <a16:colId xmlns:a16="http://schemas.microsoft.com/office/drawing/2014/main" val="3258020135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39095906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66167056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3023458806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2409695559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4234896984"/>
                    </a:ext>
                  </a:extLst>
                </a:gridCol>
                <a:gridCol w="492652">
                  <a:extLst>
                    <a:ext uri="{9D8B030D-6E8A-4147-A177-3AD203B41FA5}">
                      <a16:colId xmlns:a16="http://schemas.microsoft.com/office/drawing/2014/main" val="1941295877"/>
                    </a:ext>
                  </a:extLst>
                </a:gridCol>
              </a:tblGrid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SYS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 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.2(2)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.4A(0)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.4B(1)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68850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.4(3)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.5(0)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.6(0)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4818"/>
                  </a:ext>
                </a:extLst>
              </a:tr>
              <a:tr h="1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HWE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.2(1)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.4(0)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5188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SUP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.2(0)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.8(4)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.9(0)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.10(0)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762092"/>
                  </a:ext>
                </a:extLst>
              </a:tr>
              <a:tr h="134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MAN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.3(0)</a:t>
                      </a:r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74256"/>
                  </a:ext>
                </a:extLst>
              </a:tr>
            </a:tbl>
          </a:graphicData>
        </a:graphic>
      </p:graphicFrame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DE87AE5A-3650-A7DF-E137-3EBB94849E78}"/>
              </a:ext>
            </a:extLst>
          </p:cNvPr>
          <p:cNvSpPr/>
          <p:nvPr/>
        </p:nvSpPr>
        <p:spPr>
          <a:xfrm>
            <a:off x="1010711" y="5960679"/>
            <a:ext cx="3455036" cy="226759"/>
          </a:xfrm>
          <a:prstGeom prst="roundRect">
            <a:avLst/>
          </a:prstGeom>
          <a:solidFill>
            <a:srgbClr val="1E82F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레포트 생성</a:t>
            </a:r>
            <a:r>
              <a:rPr lang="en-US" altLang="ko-KR" sz="8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(26.07.18)</a:t>
            </a:r>
            <a:endParaRPr lang="ko-KR" altLang="en-US" sz="8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D105000-CAC6-8954-5581-87EAA1623EA5}"/>
              </a:ext>
            </a:extLst>
          </p:cNvPr>
          <p:cNvSpPr/>
          <p:nvPr/>
        </p:nvSpPr>
        <p:spPr>
          <a:xfrm>
            <a:off x="3698955" y="5811519"/>
            <a:ext cx="723217" cy="11407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차트 보기</a:t>
            </a:r>
            <a:endParaRPr lang="ko-KR" altLang="en-US" sz="7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7C84B1CB-2839-7DA8-791C-61CC1D1175A8}"/>
              </a:ext>
            </a:extLst>
          </p:cNvPr>
          <p:cNvSpPr/>
          <p:nvPr/>
        </p:nvSpPr>
        <p:spPr>
          <a:xfrm>
            <a:off x="234245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8CAE0019-943A-A225-06C6-F71ABD25F6D1}"/>
              </a:ext>
            </a:extLst>
          </p:cNvPr>
          <p:cNvSpPr/>
          <p:nvPr/>
        </p:nvSpPr>
        <p:spPr>
          <a:xfrm>
            <a:off x="3805336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2A4133C8-49D5-CEE1-B247-CBD3A2C81AF6}"/>
              </a:ext>
            </a:extLst>
          </p:cNvPr>
          <p:cNvSpPr/>
          <p:nvPr/>
        </p:nvSpPr>
        <p:spPr>
          <a:xfrm>
            <a:off x="5300554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385939BB-4ED0-A55D-2E71-C116D2D24ED6}"/>
              </a:ext>
            </a:extLst>
          </p:cNvPr>
          <p:cNvSpPr/>
          <p:nvPr/>
        </p:nvSpPr>
        <p:spPr>
          <a:xfrm>
            <a:off x="6727600" y="3556469"/>
            <a:ext cx="123420" cy="16002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rebuchet MS" pitchFamily="34" charset="0"/>
              <a:ea typeface="휴먼모음T" pitchFamily="18" charset="-127"/>
            </a:endParaRPr>
          </a:p>
        </p:txBody>
      </p:sp>
      <p:pic>
        <p:nvPicPr>
          <p:cNvPr id="2064" name="Picture 16" descr="codebeamer Reviews Jun 2026: Pricing &amp; Features | SoftwareWorld">
            <a:extLst>
              <a:ext uri="{FF2B5EF4-FFF2-40B4-BE49-F238E27FC236}">
                <a16:creationId xmlns:a16="http://schemas.microsoft.com/office/drawing/2014/main" id="{043C5A0B-6CE2-3B51-F5AB-7E2CB0AF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81" y="1357983"/>
            <a:ext cx="152709" cy="15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F325A177-8241-9393-594D-60D2ADBA2970}"/>
              </a:ext>
            </a:extLst>
          </p:cNvPr>
          <p:cNvCxnSpPr>
            <a:cxnSpLocks/>
          </p:cNvCxnSpPr>
          <p:nvPr/>
        </p:nvCxnSpPr>
        <p:spPr>
          <a:xfrm>
            <a:off x="7673715" y="1461606"/>
            <a:ext cx="1331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직사각형 2047">
            <a:extLst>
              <a:ext uri="{FF2B5EF4-FFF2-40B4-BE49-F238E27FC236}">
                <a16:creationId xmlns:a16="http://schemas.microsoft.com/office/drawing/2014/main" id="{6CA92F79-7781-4724-D283-63835E24BF12}"/>
              </a:ext>
            </a:extLst>
          </p:cNvPr>
          <p:cNvSpPr/>
          <p:nvPr/>
        </p:nvSpPr>
        <p:spPr>
          <a:xfrm>
            <a:off x="7957061" y="1384833"/>
            <a:ext cx="110595" cy="1105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49" name="십자형 2048">
            <a:extLst>
              <a:ext uri="{FF2B5EF4-FFF2-40B4-BE49-F238E27FC236}">
                <a16:creationId xmlns:a16="http://schemas.microsoft.com/office/drawing/2014/main" id="{C5EAE8F2-8072-85F0-8ACE-B1D9AE71F287}"/>
              </a:ext>
            </a:extLst>
          </p:cNvPr>
          <p:cNvSpPr/>
          <p:nvPr/>
        </p:nvSpPr>
        <p:spPr>
          <a:xfrm rot="2700000">
            <a:off x="8182637" y="1370695"/>
            <a:ext cx="144780" cy="144780"/>
          </a:xfrm>
          <a:prstGeom prst="plus">
            <a:avLst>
              <a:gd name="adj" fmla="val 44298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057" name="그림 2056">
            <a:extLst>
              <a:ext uri="{FF2B5EF4-FFF2-40B4-BE49-F238E27FC236}">
                <a16:creationId xmlns:a16="http://schemas.microsoft.com/office/drawing/2014/main" id="{D605D20D-325B-2D17-67E3-BCC9D9625E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302" y="1764642"/>
            <a:ext cx="1209200" cy="66669"/>
          </a:xfrm>
          <a:prstGeom prst="rect">
            <a:avLst/>
          </a:prstGeom>
        </p:spPr>
      </p:pic>
      <p:sp>
        <p:nvSpPr>
          <p:cNvPr id="2098" name="TextBox 2097">
            <a:extLst>
              <a:ext uri="{FF2B5EF4-FFF2-40B4-BE49-F238E27FC236}">
                <a16:creationId xmlns:a16="http://schemas.microsoft.com/office/drawing/2014/main" id="{5EC7984C-8543-B06B-CEC9-77F27A77295E}"/>
              </a:ext>
            </a:extLst>
          </p:cNvPr>
          <p:cNvSpPr txBox="1"/>
          <p:nvPr/>
        </p:nvSpPr>
        <p:spPr>
          <a:xfrm>
            <a:off x="3761658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#1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338DA8D8-E38A-3975-293C-F98DA92C35B5}"/>
              </a:ext>
            </a:extLst>
          </p:cNvPr>
          <p:cNvSpPr txBox="1"/>
          <p:nvPr/>
        </p:nvSpPr>
        <p:spPr>
          <a:xfrm>
            <a:off x="447298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#2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0" name="TextBox 2099">
            <a:extLst>
              <a:ext uri="{FF2B5EF4-FFF2-40B4-BE49-F238E27FC236}">
                <a16:creationId xmlns:a16="http://schemas.microsoft.com/office/drawing/2014/main" id="{C1413D06-987B-F8A7-2E20-C86576E93B93}"/>
              </a:ext>
            </a:extLst>
          </p:cNvPr>
          <p:cNvSpPr txBox="1"/>
          <p:nvPr/>
        </p:nvSpPr>
        <p:spPr>
          <a:xfrm>
            <a:off x="5063796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#3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01" name="TextBox 2100">
            <a:extLst>
              <a:ext uri="{FF2B5EF4-FFF2-40B4-BE49-F238E27FC236}">
                <a16:creationId xmlns:a16="http://schemas.microsoft.com/office/drawing/2014/main" id="{086687EE-505E-5302-1388-65B5F07F8A51}"/>
              </a:ext>
            </a:extLst>
          </p:cNvPr>
          <p:cNvSpPr txBox="1"/>
          <p:nvPr/>
        </p:nvSpPr>
        <p:spPr>
          <a:xfrm>
            <a:off x="5459501" y="2379329"/>
            <a:ext cx="6091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400" b="1">
                <a:solidFill>
                  <a:srgbClr val="4E4E5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#4</a:t>
            </a:r>
            <a:endParaRPr lang="ko-KR" altLang="en-US" sz="400" b="1" dirty="0" err="1">
              <a:solidFill>
                <a:srgbClr val="4E4E5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C9227C6-F388-28DE-CE04-AA91E76CD407}"/>
              </a:ext>
            </a:extLst>
          </p:cNvPr>
          <p:cNvCxnSpPr>
            <a:stCxn id="2057" idx="1"/>
          </p:cNvCxnSpPr>
          <p:nvPr/>
        </p:nvCxnSpPr>
        <p:spPr>
          <a:xfrm flipV="1">
            <a:off x="826302" y="1771946"/>
            <a:ext cx="1782364" cy="2603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B9A655B-8627-63C5-6BED-FAE1F205EAA9}"/>
              </a:ext>
            </a:extLst>
          </p:cNvPr>
          <p:cNvCxnSpPr>
            <a:cxnSpLocks/>
          </p:cNvCxnSpPr>
          <p:nvPr/>
        </p:nvCxnSpPr>
        <p:spPr>
          <a:xfrm>
            <a:off x="2723293" y="1797977"/>
            <a:ext cx="3769361" cy="745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99C1575-DF16-C3E8-959D-3C66E83F7F34}"/>
              </a:ext>
            </a:extLst>
          </p:cNvPr>
          <p:cNvCxnSpPr>
            <a:cxnSpLocks/>
          </p:cNvCxnSpPr>
          <p:nvPr/>
        </p:nvCxnSpPr>
        <p:spPr>
          <a:xfrm>
            <a:off x="8474042" y="1818873"/>
            <a:ext cx="0" cy="129999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B20E640-C813-3A51-11BF-46BA79907741}"/>
              </a:ext>
            </a:extLst>
          </p:cNvPr>
          <p:cNvCxnSpPr>
            <a:cxnSpLocks/>
          </p:cNvCxnSpPr>
          <p:nvPr/>
        </p:nvCxnSpPr>
        <p:spPr>
          <a:xfrm>
            <a:off x="865818" y="4150441"/>
            <a:ext cx="7389209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1A28993-F684-6A8E-1978-ACDF5B7478CF}"/>
              </a:ext>
            </a:extLst>
          </p:cNvPr>
          <p:cNvCxnSpPr>
            <a:cxnSpLocks/>
          </p:cNvCxnSpPr>
          <p:nvPr/>
        </p:nvCxnSpPr>
        <p:spPr>
          <a:xfrm>
            <a:off x="856773" y="6271259"/>
            <a:ext cx="374065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2555C4C-B71E-1BE0-81D3-82AB60849818}"/>
              </a:ext>
            </a:extLst>
          </p:cNvPr>
          <p:cNvCxnSpPr>
            <a:cxnSpLocks/>
          </p:cNvCxnSpPr>
          <p:nvPr/>
        </p:nvCxnSpPr>
        <p:spPr>
          <a:xfrm>
            <a:off x="4632655" y="6271259"/>
            <a:ext cx="374065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9314C7A1-DBCE-BEE6-17BB-4C53AF7EE433}"/>
              </a:ext>
            </a:extLst>
          </p:cNvPr>
          <p:cNvSpPr/>
          <p:nvPr/>
        </p:nvSpPr>
        <p:spPr>
          <a:xfrm>
            <a:off x="1589237" y="185553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5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D20E8A6D-E950-C73B-A7BC-C0FB0A0F8F99}"/>
              </a:ext>
            </a:extLst>
          </p:cNvPr>
          <p:cNvSpPr/>
          <p:nvPr/>
        </p:nvSpPr>
        <p:spPr>
          <a:xfrm>
            <a:off x="4544600" y="185553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11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6B1001B5-C330-B5D2-379D-8AAC408C7540}"/>
              </a:ext>
            </a:extLst>
          </p:cNvPr>
          <p:cNvSpPr/>
          <p:nvPr/>
        </p:nvSpPr>
        <p:spPr>
          <a:xfrm>
            <a:off x="7295464" y="185553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4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460A6016-1307-8014-041E-3F54148129F5}"/>
              </a:ext>
            </a:extLst>
          </p:cNvPr>
          <p:cNvSpPr/>
          <p:nvPr/>
        </p:nvSpPr>
        <p:spPr>
          <a:xfrm>
            <a:off x="4544600" y="3878053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20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E875F2B-0472-5174-3854-F59E30FFFB3E}"/>
              </a:ext>
            </a:extLst>
          </p:cNvPr>
          <p:cNvSpPr/>
          <p:nvPr/>
        </p:nvSpPr>
        <p:spPr>
          <a:xfrm>
            <a:off x="2545115" y="598176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11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E7A0777A-5F57-B7AD-2285-50FE4FD4D156}"/>
              </a:ext>
            </a:extLst>
          </p:cNvPr>
          <p:cNvSpPr/>
          <p:nvPr/>
        </p:nvSpPr>
        <p:spPr>
          <a:xfrm>
            <a:off x="6374971" y="5981764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9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5D149794-677F-C008-E074-FBB52590995F}"/>
              </a:ext>
            </a:extLst>
          </p:cNvPr>
          <p:cNvCxnSpPr>
            <a:cxnSpLocks/>
          </p:cNvCxnSpPr>
          <p:nvPr/>
        </p:nvCxnSpPr>
        <p:spPr>
          <a:xfrm>
            <a:off x="8474042" y="3170287"/>
            <a:ext cx="0" cy="1020713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직선 화살표 연결선 2054">
            <a:extLst>
              <a:ext uri="{FF2B5EF4-FFF2-40B4-BE49-F238E27FC236}">
                <a16:creationId xmlns:a16="http://schemas.microsoft.com/office/drawing/2014/main" id="{07FB3A26-6344-B0A1-FA62-7DFD88B089D1}"/>
              </a:ext>
            </a:extLst>
          </p:cNvPr>
          <p:cNvCxnSpPr>
            <a:cxnSpLocks/>
          </p:cNvCxnSpPr>
          <p:nvPr/>
        </p:nvCxnSpPr>
        <p:spPr>
          <a:xfrm>
            <a:off x="8474042" y="4235988"/>
            <a:ext cx="0" cy="203527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타원 2058">
            <a:extLst>
              <a:ext uri="{FF2B5EF4-FFF2-40B4-BE49-F238E27FC236}">
                <a16:creationId xmlns:a16="http://schemas.microsoft.com/office/drawing/2014/main" id="{D2A37EBD-2CC7-1A48-CFCC-4806909111CE}"/>
              </a:ext>
            </a:extLst>
          </p:cNvPr>
          <p:cNvSpPr/>
          <p:nvPr/>
        </p:nvSpPr>
        <p:spPr>
          <a:xfrm>
            <a:off x="8614245" y="2324268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3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cxnSp>
        <p:nvCxnSpPr>
          <p:cNvPr id="2061" name="직선 화살표 연결선 2060">
            <a:extLst>
              <a:ext uri="{FF2B5EF4-FFF2-40B4-BE49-F238E27FC236}">
                <a16:creationId xmlns:a16="http://schemas.microsoft.com/office/drawing/2014/main" id="{A32917F3-C54B-4CC9-DA56-7BEEEE91106F}"/>
              </a:ext>
            </a:extLst>
          </p:cNvPr>
          <p:cNvCxnSpPr/>
          <p:nvPr/>
        </p:nvCxnSpPr>
        <p:spPr>
          <a:xfrm flipV="1">
            <a:off x="6525793" y="1771946"/>
            <a:ext cx="1782364" cy="2603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3" name="타원 2062">
            <a:extLst>
              <a:ext uri="{FF2B5EF4-FFF2-40B4-BE49-F238E27FC236}">
                <a16:creationId xmlns:a16="http://schemas.microsoft.com/office/drawing/2014/main" id="{03079E95-8394-136D-6678-1382CDA2DE0B}"/>
              </a:ext>
            </a:extLst>
          </p:cNvPr>
          <p:cNvSpPr/>
          <p:nvPr/>
        </p:nvSpPr>
        <p:spPr>
          <a:xfrm>
            <a:off x="8614245" y="3542423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2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2065" name="타원 2064">
            <a:extLst>
              <a:ext uri="{FF2B5EF4-FFF2-40B4-BE49-F238E27FC236}">
                <a16:creationId xmlns:a16="http://schemas.microsoft.com/office/drawing/2014/main" id="{FC65CC2E-214E-D2DF-D6F9-D7125F53B7C9}"/>
              </a:ext>
            </a:extLst>
          </p:cNvPr>
          <p:cNvSpPr/>
          <p:nvPr/>
        </p:nvSpPr>
        <p:spPr>
          <a:xfrm>
            <a:off x="8614245" y="5142846"/>
            <a:ext cx="220466" cy="227710"/>
          </a:xfrm>
          <a:prstGeom prst="ellipse">
            <a:avLst/>
          </a:prstGeom>
          <a:solidFill>
            <a:srgbClr val="FF000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chemeClr val="bg1"/>
                </a:solidFill>
                <a:latin typeface="Trebuchet MS" pitchFamily="34" charset="0"/>
                <a:ea typeface="휴먼모음T" pitchFamily="18" charset="-127"/>
              </a:rPr>
              <a:t>4</a:t>
            </a:r>
            <a:endParaRPr lang="ko-KR" altLang="en-US" sz="1050" b="1" dirty="0">
              <a:solidFill>
                <a:schemeClr val="bg1"/>
              </a:solidFill>
              <a:latin typeface="Trebuchet MS" pitchFamily="34" charset="0"/>
              <a:ea typeface="휴먼모음T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94FDD2-83BB-DA35-36A0-07199F935C01}"/>
              </a:ext>
            </a:extLst>
          </p:cNvPr>
          <p:cNvSpPr/>
          <p:nvPr/>
        </p:nvSpPr>
        <p:spPr>
          <a:xfrm rot="19800000">
            <a:off x="4118033" y="3164447"/>
            <a:ext cx="3602001" cy="1199293"/>
          </a:xfrm>
          <a:prstGeom prst="rect">
            <a:avLst/>
          </a:prstGeom>
          <a:solidFill>
            <a:srgbClr val="FFC000"/>
          </a:solidFill>
          <a:ln w="12700">
            <a:noFill/>
          </a:ln>
          <a:effectLst>
            <a:outerShdw dist="25400" dir="2700000" algn="ctr" rotWithShape="0">
              <a:schemeClr val="bg1">
                <a:lumMod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08000" bIns="3600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중단</a:t>
            </a:r>
            <a:endParaRPr lang="en-US" altLang="ko-KR" sz="2000" b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김대현 사원 작업 중지</a:t>
            </a:r>
            <a:r>
              <a:rPr lang="en-US" altLang="ko-KR"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609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buchet MS &amp; 휴먼모음T">
      <a:majorFont>
        <a:latin typeface="Trebuchet MS"/>
        <a:ea typeface="휴먼모음T"/>
        <a:cs typeface=""/>
      </a:majorFont>
      <a:minorFont>
        <a:latin typeface="Trebuchet MS"/>
        <a:ea typeface="휴먼모음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1">
              <a:lumMod val="65000"/>
            </a:schemeClr>
          </a:solidFill>
        </a:ln>
        <a:effectLst>
          <a:outerShdw dist="25400" dir="2700000" algn="ctr" rotWithShape="0">
            <a:schemeClr val="bg1">
              <a:lumMod val="50000"/>
            </a:schemeClr>
          </a:outerShdw>
        </a:effectLst>
      </a:spPr>
      <a:bodyPr lIns="108000" tIns="36000" rIns="108000" bIns="36000" rtlCol="0" anchor="ctr"/>
      <a:lstStyle>
        <a:defPPr algn="ctr">
          <a:defRPr sz="1200" dirty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36000" rtlCol="0">
        <a:spAutoFit/>
      </a:bodyPr>
      <a:lstStyle>
        <a:defPPr>
          <a:defRPr sz="1200" dirty="0" err="1" smtClean="0">
            <a:solidFill>
              <a:schemeClr val="tx1"/>
            </a:solidFill>
            <a:latin typeface="Trebuchet MS" pitchFamily="34" charset="0"/>
            <a:ea typeface="휴먼모음T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079E69076C1F6488C9F3A8AF21EDC3B" ma:contentTypeVersion="4" ma:contentTypeDescription="새 문서를 만듭니다." ma:contentTypeScope="" ma:versionID="1c007928312e47fdf27eaf3f7ece6480">
  <xsd:schema xmlns:xsd="http://www.w3.org/2001/XMLSchema" xmlns:xs="http://www.w3.org/2001/XMLSchema" xmlns:p="http://schemas.microsoft.com/office/2006/metadata/properties" xmlns:ns2="d1ccd946-35b7-45e8-aab8-5be33b570927" targetNamespace="http://schemas.microsoft.com/office/2006/metadata/properties" ma:root="true" ma:fieldsID="34741f20009cda34d381634fc49e5c32" ns2:_="">
    <xsd:import namespace="d1ccd946-35b7-45e8-aab8-5be33b570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cd946-35b7-45e8-aab8-5be33b5709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4E3D28-FA24-43BF-AE31-4110026515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cd946-35b7-45e8-aab8-5be33b5709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28675E-4FBA-4667-9875-C4F4FFF65232}">
  <ds:schemaRefs>
    <ds:schemaRef ds:uri="d1ccd946-35b7-45e8-aab8-5be33b570927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37345DF-A01E-4974-A3C7-A09F18A50E7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c3e313d-adbc-460d-92e1-b20580541235}" enabled="1" method="Privileged" siteId="{f8cedb79-e3e0-481e-be04-2a5cc79f6b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14953</TotalTime>
  <Words>3359</Words>
  <Application>Microsoft Office PowerPoint</Application>
  <PresentationFormat>와이드스크린</PresentationFormat>
  <Paragraphs>1158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Noto Sans KR</vt:lpstr>
      <vt:lpstr>Noto Sans KR Medium</vt:lpstr>
      <vt:lpstr>맑은 고딕</vt:lpstr>
      <vt:lpstr>현대하모니 L</vt:lpstr>
      <vt:lpstr>현대하모니 M</vt:lpstr>
      <vt:lpstr>Arial</vt:lpstr>
      <vt:lpstr>Trebuchet MS</vt:lpstr>
      <vt:lpstr>Office 테마</vt:lpstr>
      <vt:lpstr>주기적 형상 감사 자동화</vt:lpstr>
      <vt:lpstr>목  차</vt:lpstr>
      <vt:lpstr>개요</vt:lpstr>
      <vt:lpstr>개요</vt:lpstr>
      <vt:lpstr>개요</vt:lpstr>
      <vt:lpstr>개요</vt:lpstr>
      <vt:lpstr>개요</vt:lpstr>
      <vt:lpstr>개요</vt:lpstr>
      <vt:lpstr>개요</vt:lpstr>
      <vt:lpstr>개요</vt:lpstr>
      <vt:lpstr>사용 URI</vt:lpstr>
      <vt:lpstr>사용 URI</vt:lpstr>
      <vt:lpstr>사용 URI</vt:lpstr>
      <vt:lpstr>기능사양서</vt:lpstr>
      <vt:lpstr>기능사양서</vt:lpstr>
      <vt:lpstr>기능사양서</vt:lpstr>
      <vt:lpstr>기능사양서</vt:lpstr>
      <vt:lpstr>기능사양서</vt:lpstr>
      <vt:lpstr>기능사양서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bealmighty</dc:creator>
  <cp:lastModifiedBy>Noah Myeong(명노아)[Electronics System Eng. Team]</cp:lastModifiedBy>
  <cp:revision>455</cp:revision>
  <dcterms:created xsi:type="dcterms:W3CDTF">2010-01-22T06:43:33Z</dcterms:created>
  <dcterms:modified xsi:type="dcterms:W3CDTF">2026-08-11T07:16:08Z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0x0101002079E69076C1F6488C9F3A8AF21EDC3B</vt:lpwstr>
  </property>
</Properties>
</file>